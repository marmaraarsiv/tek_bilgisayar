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8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1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4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1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8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0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2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55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5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4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08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52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53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33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9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7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3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3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Çoklu Sensör Entegrasyonlu ve Olay Günlüğü Destekli Akıllı Güvenlik Sistemi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Bilgisayar Donanımı Dönem Projesi</a:t>
            </a:r>
          </a:p>
          <a:p>
            <a:r>
              <a:t>• Grup 10</a:t>
            </a:r>
          </a:p>
          <a:p>
            <a:r>
              <a:t>• Sunum Tarihi: 02.06.2026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Giriş ve Amaç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Çoklu sensör mantığı kullanan akıllı güvenlik sistemi</a:t>
            </a:r>
          </a:p>
          <a:p>
            <a:r>
              <a:t>• PIR ile hareket algılama</a:t>
            </a:r>
          </a:p>
          <a:p>
            <a:r>
              <a:t>• RFID ile yetkilendirme</a:t>
            </a:r>
          </a:p>
          <a:p>
            <a:r>
              <a:t>• Buzzer ile alarm üretimi</a:t>
            </a:r>
          </a:p>
          <a:p>
            <a:r>
              <a:t>• Olay günlüğü (log) kaydı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Çalışma Mantığı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Sürekli PIR ve RFID taraması</a:t>
            </a:r>
          </a:p>
          <a:p>
            <a:r>
              <a:t>• Yetkisiz hareket → alarm</a:t>
            </a:r>
          </a:p>
          <a:p>
            <a:r>
              <a:t>• Yetkili RFID kartı → sistemi devre dışı bırakma</a:t>
            </a:r>
          </a:p>
          <a:p>
            <a:r>
              <a:t>• Tüm olayların loglanması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Kullanılan Donanımlar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Arduino (ATmega328P)</a:t>
            </a:r>
          </a:p>
          <a:p>
            <a:r>
              <a:t>• MFRC522 RFID Modülü</a:t>
            </a:r>
          </a:p>
          <a:p>
            <a:r>
              <a:t>• HC-SR501 PIR Sensörü</a:t>
            </a:r>
          </a:p>
          <a:p>
            <a:r>
              <a:t>• Aktif Buzzer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35" y="704674"/>
            <a:ext cx="7692370" cy="5769278"/>
          </a:xfrm>
        </p:spPr>
      </p:pic>
    </p:spTree>
    <p:extLst>
      <p:ext uri="{BB962C8B-B14F-4D97-AF65-F5344CB8AC3E}">
        <p14:creationId xmlns:p14="http://schemas.microsoft.com/office/powerpoint/2010/main" val="134099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Donanım Bağlantıları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RFID: SPI haberleşmesi (MOSI, MISO, SCK, SS)</a:t>
            </a:r>
          </a:p>
          <a:p>
            <a:r>
              <a:t>• PIR → Dijital 2</a:t>
            </a:r>
          </a:p>
          <a:p>
            <a:r>
              <a:t>• Buzzer → Dijital 3</a:t>
            </a:r>
          </a:p>
          <a:p>
            <a:r>
              <a:t>• RFID RST → Dijital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Yazılım Mimarisi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Arduino C/C++</a:t>
            </a:r>
          </a:p>
          <a:p>
            <a:r>
              <a:t>• Modüler yapı</a:t>
            </a:r>
          </a:p>
          <a:p>
            <a:r>
              <a:t>• Alarm yönetimi</a:t>
            </a:r>
          </a:p>
          <a:p>
            <a:r>
              <a:t>• RFID UID doğrulama</a:t>
            </a:r>
          </a:p>
          <a:p>
            <a:r>
              <a:t>• Seri port loglama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Deneysel Sonuçlar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kararlı çalıştı</a:t>
            </a:r>
          </a:p>
          <a:p>
            <a:r>
              <a:t>• Hareket algılama başarılı</a:t>
            </a:r>
          </a:p>
          <a:p>
            <a:r>
              <a:t>• RFID doğrulama başarılı</a:t>
            </a:r>
          </a:p>
          <a:p>
            <a:r>
              <a:t>• Yetkisiz girişler tespit edildi</a:t>
            </a:r>
          </a:p>
          <a:p>
            <a:r>
              <a:t>• Log kayıtları üretildi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Gömülü sistem tasarımı gerçekleştirildi</a:t>
            </a:r>
          </a:p>
          <a:p>
            <a:r>
              <a:t>• SPI ve UART uygulandı</a:t>
            </a:r>
          </a:p>
          <a:p>
            <a:r>
              <a:t>• Çoklu sensör entegrasyonu başarıyla sağlandı</a:t>
            </a:r>
          </a:p>
          <a:p>
            <a:r>
              <a:t>• Donanım-yazılım entegrasyonu deneyimi kazanıldı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 Toplantı Odası">
  <a:themeElements>
    <a:clrScheme name="İyon Toplantı Odası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İyon Toplantı Odası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 Toplantı Odası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</TotalTime>
  <Words>189</Words>
  <Application>Microsoft Office PowerPoint</Application>
  <PresentationFormat>Ekran Gösterisi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İyon Toplantı Odası</vt:lpstr>
      <vt:lpstr>Çoklu Sensör Entegrasyonlu ve Olay Günlüğü Destekli Akıllı Güvenlik Sistemi</vt:lpstr>
      <vt:lpstr>Giriş ve Amaç</vt:lpstr>
      <vt:lpstr>Sistem Çalışma Mantığı</vt:lpstr>
      <vt:lpstr>Kullanılan Donanımlar</vt:lpstr>
      <vt:lpstr>PowerPoint Sunusu</vt:lpstr>
      <vt:lpstr>Donanım Bağlantıları</vt:lpstr>
      <vt:lpstr>Yazılım Mimarisi</vt:lpstr>
      <vt:lpstr>Deneysel Sonuçlar</vt:lpstr>
      <vt:lpstr>Sonuç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Çoklu Sensör Entegrasyonlu ve Olay Günlüğü Destekli Akıllı Güvenlik Sistemi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2026-05-29T06:30:50Z</dcterms:modified>
  <cp:category/>
</cp:coreProperties>
</file>