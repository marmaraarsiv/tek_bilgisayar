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4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17C5-95CF-4CFD-94FA-8CB939C01A9C}" type="datetimeFigureOut">
              <a:rPr lang="tr-TR" smtClean="0"/>
              <a:t>13.05.2024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821F-7F31-48A3-81BB-4E7D153D8C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5881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17C5-95CF-4CFD-94FA-8CB939C01A9C}" type="datetimeFigureOut">
              <a:rPr lang="tr-TR" smtClean="0"/>
              <a:t>13.05.2024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821F-7F31-48A3-81BB-4E7D153D8C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6884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17C5-95CF-4CFD-94FA-8CB939C01A9C}" type="datetimeFigureOut">
              <a:rPr lang="tr-TR" smtClean="0"/>
              <a:t>13.05.2024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821F-7F31-48A3-81BB-4E7D153D8C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392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17C5-95CF-4CFD-94FA-8CB939C01A9C}" type="datetimeFigureOut">
              <a:rPr lang="tr-TR" smtClean="0"/>
              <a:t>13.05.2024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821F-7F31-48A3-81BB-4E7D153D8C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11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17C5-95CF-4CFD-94FA-8CB939C01A9C}" type="datetimeFigureOut">
              <a:rPr lang="tr-TR" smtClean="0"/>
              <a:t>13.05.2024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821F-7F31-48A3-81BB-4E7D153D8C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004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17C5-95CF-4CFD-94FA-8CB939C01A9C}" type="datetimeFigureOut">
              <a:rPr lang="tr-TR" smtClean="0"/>
              <a:t>13.05.2024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821F-7F31-48A3-81BB-4E7D153D8C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594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17C5-95CF-4CFD-94FA-8CB939C01A9C}" type="datetimeFigureOut">
              <a:rPr lang="tr-TR" smtClean="0"/>
              <a:t>13.05.2024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821F-7F31-48A3-81BB-4E7D153D8C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0068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17C5-95CF-4CFD-94FA-8CB939C01A9C}" type="datetimeFigureOut">
              <a:rPr lang="tr-TR" smtClean="0"/>
              <a:t>13.05.2024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821F-7F31-48A3-81BB-4E7D153D8C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5237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17C5-95CF-4CFD-94FA-8CB939C01A9C}" type="datetimeFigureOut">
              <a:rPr lang="tr-TR" smtClean="0"/>
              <a:t>13.05.2024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821F-7F31-48A3-81BB-4E7D153D8C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662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17C5-95CF-4CFD-94FA-8CB939C01A9C}" type="datetimeFigureOut">
              <a:rPr lang="tr-TR" smtClean="0"/>
              <a:t>13.05.2024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821F-7F31-48A3-81BB-4E7D153D8C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2430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17C5-95CF-4CFD-94FA-8CB939C01A9C}" type="datetimeFigureOut">
              <a:rPr lang="tr-TR" smtClean="0"/>
              <a:t>13.05.2024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821F-7F31-48A3-81BB-4E7D153D8C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8856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817C5-95CF-4CFD-94FA-8CB939C01A9C}" type="datetimeFigureOut">
              <a:rPr lang="tr-TR" smtClean="0"/>
              <a:t>13.05.2024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0821F-7F31-48A3-81BB-4E7D153D8CF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66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7490" y="0"/>
            <a:ext cx="931149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2707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48680"/>
            <a:ext cx="7920880" cy="5577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6813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36" y="260648"/>
            <a:ext cx="8431835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9397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815" y="620688"/>
            <a:ext cx="8995303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1854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96752"/>
            <a:ext cx="8424936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892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49" y="260648"/>
            <a:ext cx="8641323" cy="640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917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78" y="404664"/>
            <a:ext cx="8940422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8005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14" y="332656"/>
            <a:ext cx="8304950" cy="633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7037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90" y="476672"/>
            <a:ext cx="8746490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0318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80" y="476672"/>
            <a:ext cx="8588591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2970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815" y="620688"/>
            <a:ext cx="8183641" cy="55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4024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98" y="332656"/>
            <a:ext cx="8721690" cy="633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8287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2656"/>
            <a:ext cx="8496944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7272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11" y="476672"/>
            <a:ext cx="8572453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9985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8" y="404664"/>
            <a:ext cx="8476046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1848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5" y="476672"/>
            <a:ext cx="8832095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6340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38" y="404664"/>
            <a:ext cx="8378218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2343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46" y="404664"/>
            <a:ext cx="8776042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6554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59" y="404664"/>
            <a:ext cx="8485597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8994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18" y="188640"/>
            <a:ext cx="8442938" cy="6480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3201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36" y="260648"/>
            <a:ext cx="8779543" cy="633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6617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1" y="116632"/>
            <a:ext cx="8705243" cy="6552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0079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34" y="404664"/>
            <a:ext cx="8769054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9907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0" y="476672"/>
            <a:ext cx="8703631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5129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38" y="836712"/>
            <a:ext cx="8583834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3614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72" y="476672"/>
            <a:ext cx="8926416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4800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60" y="404664"/>
            <a:ext cx="8782519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040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53" y="476672"/>
            <a:ext cx="8768435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46936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606" y="548680"/>
            <a:ext cx="7871810" cy="5577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9103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26" y="548680"/>
            <a:ext cx="8688745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89658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0" y="476672"/>
            <a:ext cx="8854957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94705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92" y="332656"/>
            <a:ext cx="8701872" cy="633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6389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76" y="476672"/>
            <a:ext cx="8521588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47841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8932466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6922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68" y="620688"/>
            <a:ext cx="8603304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1080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38" y="260648"/>
            <a:ext cx="9174338" cy="659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28224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71" y="332656"/>
            <a:ext cx="8739909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9192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37" y="404664"/>
            <a:ext cx="8599327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12944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64" y="404664"/>
            <a:ext cx="8608507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74028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4" y="260648"/>
            <a:ext cx="8865306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07415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7257" y="692696"/>
            <a:ext cx="9041745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25388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42" y="404664"/>
            <a:ext cx="8611122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27634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06" y="692696"/>
            <a:ext cx="8735674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749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08" y="548680"/>
            <a:ext cx="8654772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84780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85" y="620688"/>
            <a:ext cx="8716795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14813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50" y="620688"/>
            <a:ext cx="8509614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02908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94" y="404664"/>
            <a:ext cx="8581578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58118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24" y="332656"/>
            <a:ext cx="8475256" cy="5793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56221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84" y="260648"/>
            <a:ext cx="8474187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89853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27" y="332656"/>
            <a:ext cx="8517553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60414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24" y="476672"/>
            <a:ext cx="8840956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469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1" y="476672"/>
            <a:ext cx="8779211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29642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16" y="692696"/>
            <a:ext cx="8722280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968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43" y="332656"/>
            <a:ext cx="8573429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09031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64" y="548680"/>
            <a:ext cx="8590799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51421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46" y="332656"/>
            <a:ext cx="8512726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68715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82" y="548680"/>
            <a:ext cx="8535473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98230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86" y="692696"/>
            <a:ext cx="8475785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11008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92696"/>
            <a:ext cx="8280920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44037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64" y="548680"/>
            <a:ext cx="8734815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01896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079" y="692696"/>
            <a:ext cx="8485393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13750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96" y="476672"/>
            <a:ext cx="8560584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67409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8410575" cy="636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7659815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0</Words>
  <Application>Microsoft Office PowerPoint</Application>
  <PresentationFormat>Ekran Gösterisi (4:3)</PresentationFormat>
  <Paragraphs>0</Paragraphs>
  <Slides>63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63</vt:i4>
      </vt:variant>
    </vt:vector>
  </HeadingPairs>
  <TitlesOfParts>
    <vt:vector size="66" baseType="lpstr">
      <vt:lpstr>Arial</vt:lpstr>
      <vt:lpstr>Calibri</vt:lpstr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bilgisayarim</dc:creator>
  <cp:lastModifiedBy>ali buldu</cp:lastModifiedBy>
  <cp:revision>18</cp:revision>
  <dcterms:created xsi:type="dcterms:W3CDTF">2019-02-21T09:39:59Z</dcterms:created>
  <dcterms:modified xsi:type="dcterms:W3CDTF">2024-05-13T11:50:03Z</dcterms:modified>
</cp:coreProperties>
</file>