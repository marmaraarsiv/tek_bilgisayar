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300" r:id="rId38"/>
    <p:sldId id="292" r:id="rId39"/>
    <p:sldId id="301" r:id="rId40"/>
    <p:sldId id="302" r:id="rId41"/>
    <p:sldId id="303" r:id="rId42"/>
    <p:sldId id="304" r:id="rId43"/>
    <p:sldId id="293" r:id="rId44"/>
    <p:sldId id="294" r:id="rId45"/>
    <p:sldId id="305" r:id="rId46"/>
    <p:sldId id="295" r:id="rId47"/>
    <p:sldId id="296" r:id="rId48"/>
    <p:sldId id="297" r:id="rId49"/>
    <p:sldId id="298" r:id="rId50"/>
    <p:sldId id="299" r:id="rId51"/>
    <p:sldId id="306" r:id="rId52"/>
    <p:sldId id="307" r:id="rId53"/>
    <p:sldId id="308" r:id="rId54"/>
    <p:sldId id="309" r:id="rId55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-143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30DB-40E7-4F21-88AE-AFD5BE36B42D}" type="datetimeFigureOut">
              <a:rPr lang="tr-TR" smtClean="0"/>
              <a:t>21/02/2019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DCB92-C87A-4F38-A275-0A0B5446089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5563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30DB-40E7-4F21-88AE-AFD5BE36B42D}" type="datetimeFigureOut">
              <a:rPr lang="tr-TR" smtClean="0"/>
              <a:t>21/02/2019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DCB92-C87A-4F38-A275-0A0B5446089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3787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30DB-40E7-4F21-88AE-AFD5BE36B42D}" type="datetimeFigureOut">
              <a:rPr lang="tr-TR" smtClean="0"/>
              <a:t>21/02/2019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DCB92-C87A-4F38-A275-0A0B5446089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9896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30DB-40E7-4F21-88AE-AFD5BE36B42D}" type="datetimeFigureOut">
              <a:rPr lang="tr-TR" smtClean="0"/>
              <a:t>21/02/2019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DCB92-C87A-4F38-A275-0A0B5446089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47267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30DB-40E7-4F21-88AE-AFD5BE36B42D}" type="datetimeFigureOut">
              <a:rPr lang="tr-TR" smtClean="0"/>
              <a:t>21/02/2019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DCB92-C87A-4F38-A275-0A0B5446089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95817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30DB-40E7-4F21-88AE-AFD5BE36B42D}" type="datetimeFigureOut">
              <a:rPr lang="tr-TR" smtClean="0"/>
              <a:t>21/02/2019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DCB92-C87A-4F38-A275-0A0B5446089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6056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30DB-40E7-4F21-88AE-AFD5BE36B42D}" type="datetimeFigureOut">
              <a:rPr lang="tr-TR" smtClean="0"/>
              <a:t>21/02/2019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DCB92-C87A-4F38-A275-0A0B5446089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7821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30DB-40E7-4F21-88AE-AFD5BE36B42D}" type="datetimeFigureOut">
              <a:rPr lang="tr-TR" smtClean="0"/>
              <a:t>21/02/2019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DCB92-C87A-4F38-A275-0A0B5446089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92292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30DB-40E7-4F21-88AE-AFD5BE36B42D}" type="datetimeFigureOut">
              <a:rPr lang="tr-TR" smtClean="0"/>
              <a:t>21/02/2019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DCB92-C87A-4F38-A275-0A0B5446089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9681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30DB-40E7-4F21-88AE-AFD5BE36B42D}" type="datetimeFigureOut">
              <a:rPr lang="tr-TR" smtClean="0"/>
              <a:t>21/02/2019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DCB92-C87A-4F38-A275-0A0B5446089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85718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30DB-40E7-4F21-88AE-AFD5BE36B42D}" type="datetimeFigureOut">
              <a:rPr lang="tr-TR" smtClean="0"/>
              <a:t>21/02/2019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DCB92-C87A-4F38-A275-0A0B5446089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1260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C30DB-40E7-4F21-88AE-AFD5BE36B42D}" type="datetimeFigureOut">
              <a:rPr lang="tr-TR" smtClean="0"/>
              <a:t>21/02/2019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DCB92-C87A-4F38-A275-0A0B5446089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93562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138" y="1185863"/>
            <a:ext cx="6763270" cy="4908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7992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77" y="620688"/>
            <a:ext cx="8200571" cy="550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8541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786606"/>
            <a:ext cx="8064896" cy="5450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2687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295" y="764704"/>
            <a:ext cx="8355161" cy="5361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9994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345" y="705914"/>
            <a:ext cx="8476127" cy="542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2711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064" y="548680"/>
            <a:ext cx="8353383" cy="5577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4994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88" y="476672"/>
            <a:ext cx="8385967" cy="5649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0906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44" y="476672"/>
            <a:ext cx="8246904" cy="5649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4140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396" y="332656"/>
            <a:ext cx="7997051" cy="5793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7165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635" y="476672"/>
            <a:ext cx="8587837" cy="5649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6254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782" y="764704"/>
            <a:ext cx="8345674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552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36" y="332656"/>
            <a:ext cx="8553235" cy="5793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4555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15" y="476672"/>
            <a:ext cx="8673465" cy="5649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4159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2" y="686594"/>
            <a:ext cx="7686675" cy="522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17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16" y="404664"/>
            <a:ext cx="8635256" cy="5721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6450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340" y="548680"/>
            <a:ext cx="8390116" cy="5577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3521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196" y="692696"/>
            <a:ext cx="7984235" cy="543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5630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836712"/>
            <a:ext cx="8064896" cy="5289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9502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04664"/>
            <a:ext cx="8136904" cy="5721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5586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76672"/>
            <a:ext cx="8280920" cy="5649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3562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42" y="548680"/>
            <a:ext cx="8654330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8854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28" y="692696"/>
            <a:ext cx="7878512" cy="543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5915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76672"/>
            <a:ext cx="8496944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70969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223" y="476672"/>
            <a:ext cx="8156848" cy="5649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6865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46" y="692696"/>
            <a:ext cx="8211410" cy="543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3078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513" y="404664"/>
            <a:ext cx="8483951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61371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779" y="404664"/>
            <a:ext cx="8524701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2093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92" y="476672"/>
            <a:ext cx="8339980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39927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92696"/>
            <a:ext cx="8496944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05676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88" y="620688"/>
            <a:ext cx="837676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86488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602" y="404664"/>
            <a:ext cx="8539862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01927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16" y="548680"/>
            <a:ext cx="8688056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89965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799" y="332656"/>
            <a:ext cx="8002649" cy="5793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96415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46" y="332656"/>
            <a:ext cx="8602826" cy="6336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4051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32" y="332656"/>
            <a:ext cx="8602940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40313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94" y="332656"/>
            <a:ext cx="8765786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12542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02" y="404664"/>
            <a:ext cx="8952698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44567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2" y="332656"/>
            <a:ext cx="8669030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41556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42" y="764704"/>
            <a:ext cx="8357090" cy="579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6459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64" y="260648"/>
            <a:ext cx="8806716" cy="665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1465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04664"/>
            <a:ext cx="8516394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69432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57" y="260648"/>
            <a:ext cx="8551523" cy="6336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89864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22" y="260648"/>
            <a:ext cx="8706150" cy="5865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30860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446" y="476672"/>
            <a:ext cx="8627034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24605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88" y="476672"/>
            <a:ext cx="8351176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38094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30" y="404664"/>
            <a:ext cx="8660541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92141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328" y="404664"/>
            <a:ext cx="8637159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55929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41" y="332656"/>
            <a:ext cx="8640239" cy="6336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07110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54" y="404664"/>
            <a:ext cx="8786526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44588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15" y="620688"/>
            <a:ext cx="8748365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19700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3" y="404664"/>
            <a:ext cx="8941065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60270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30" y="332656"/>
            <a:ext cx="8924865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73843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908" y="332656"/>
            <a:ext cx="8829379" cy="5793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70120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165" y="404664"/>
            <a:ext cx="8482299" cy="6120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1139938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0</Words>
  <Application>Microsoft Office PowerPoint</Application>
  <PresentationFormat>Ekran Gösterisi (4:3)</PresentationFormat>
  <Paragraphs>0</Paragraphs>
  <Slides>54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54</vt:i4>
      </vt:variant>
    </vt:vector>
  </HeadingPairs>
  <TitlesOfParts>
    <vt:vector size="55" baseType="lpstr">
      <vt:lpstr>Ofis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bilgisayarim</dc:creator>
  <cp:lastModifiedBy>bilgisayarim</cp:lastModifiedBy>
  <cp:revision>35</cp:revision>
  <dcterms:created xsi:type="dcterms:W3CDTF">2019-02-18T14:30:22Z</dcterms:created>
  <dcterms:modified xsi:type="dcterms:W3CDTF">2019-02-21T09:38:52Z</dcterms:modified>
</cp:coreProperties>
</file>