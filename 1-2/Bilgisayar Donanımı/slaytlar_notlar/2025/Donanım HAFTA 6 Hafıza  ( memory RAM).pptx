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26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5" r:id="rId71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26.03.2025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2446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26.03.2025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362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26.03.2025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0676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26.03.2025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434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26.03.2025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560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26.03.2025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2681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26.03.2025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487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26.03.2025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5211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26.03.2025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6719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26.03.2025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471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26.03.2025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38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95980-35DD-45C1-BC11-CE1E6FE1D614}" type="datetimeFigureOut">
              <a:rPr lang="tr-TR" smtClean="0"/>
              <a:t>26.03.2025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6113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00138"/>
            <a:ext cx="8568952" cy="535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428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32" y="476672"/>
            <a:ext cx="8837004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2914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97" y="764704"/>
            <a:ext cx="8362910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324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31" y="692696"/>
            <a:ext cx="8306009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5507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10" y="476672"/>
            <a:ext cx="7938183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017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838200"/>
            <a:ext cx="7515225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9724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66" y="548680"/>
            <a:ext cx="8388865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641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66" y="620688"/>
            <a:ext cx="8469868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100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823913"/>
            <a:ext cx="7515225" cy="521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etin kutusu 1"/>
          <p:cNvSpPr txBox="1"/>
          <p:nvPr/>
        </p:nvSpPr>
        <p:spPr>
          <a:xfrm>
            <a:off x="1259632" y="6034088"/>
            <a:ext cx="1708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Virtual </a:t>
            </a:r>
            <a:r>
              <a:rPr lang="tr-TR" dirty="0" err="1" smtClean="0"/>
              <a:t>memory</a:t>
            </a:r>
            <a:r>
              <a:rPr lang="tr-TR" dirty="0" smtClean="0"/>
              <a:t>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47537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20688"/>
            <a:ext cx="8643119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173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62" y="938213"/>
            <a:ext cx="8377710" cy="5659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694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838200"/>
            <a:ext cx="7543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1845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129" y="620688"/>
            <a:ext cx="8365636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0681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78" y="476672"/>
            <a:ext cx="8360194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0958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87" y="692696"/>
            <a:ext cx="8139761" cy="5422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4809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80" y="332657"/>
            <a:ext cx="8292276" cy="6131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2978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36" y="332656"/>
            <a:ext cx="8589036" cy="6126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1230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62" y="476673"/>
            <a:ext cx="8267294" cy="5863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9183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22" y="476672"/>
            <a:ext cx="8794186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2404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26" y="404664"/>
            <a:ext cx="8952470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6261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189" y="548680"/>
            <a:ext cx="8608652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5073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22" y="476672"/>
            <a:ext cx="8644154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8849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340" y="404664"/>
            <a:ext cx="8702469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7493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71735"/>
            <a:ext cx="7416823" cy="6091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0605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19" y="620688"/>
            <a:ext cx="8658963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9687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60" y="404664"/>
            <a:ext cx="8671824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1953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27" y="620688"/>
            <a:ext cx="8527489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4271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21" y="548680"/>
            <a:ext cx="8790346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5678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00" y="620688"/>
            <a:ext cx="8871386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1768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13" y="620688"/>
            <a:ext cx="8088158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4014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36" y="404664"/>
            <a:ext cx="8307127" cy="60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108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16" y="404664"/>
            <a:ext cx="8683363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9153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110" y="548680"/>
            <a:ext cx="8447362" cy="5794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83890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69" y="404664"/>
            <a:ext cx="8838444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93702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68" y="404664"/>
            <a:ext cx="8515667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92463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00" y="332657"/>
            <a:ext cx="8180948" cy="6106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7564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65" y="404664"/>
            <a:ext cx="8693329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21386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90" y="548680"/>
            <a:ext cx="8435073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45265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76672"/>
            <a:ext cx="9143658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ikdörtgen 1"/>
          <p:cNvSpPr/>
          <p:nvPr/>
        </p:nvSpPr>
        <p:spPr>
          <a:xfrm>
            <a:off x="683568" y="5805264"/>
            <a:ext cx="7704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solidFill>
                  <a:srgbClr val="202124"/>
                </a:solidFill>
                <a:latin typeface="Google Sans"/>
              </a:rPr>
              <a:t>Windows </a:t>
            </a:r>
            <a:r>
              <a:rPr lang="tr-TR" dirty="0" smtClean="0">
                <a:solidFill>
                  <a:srgbClr val="202124"/>
                </a:solidFill>
                <a:latin typeface="Google Sans"/>
              </a:rPr>
              <a:t>10 ve 11 </a:t>
            </a:r>
            <a:r>
              <a:rPr lang="tr-TR" dirty="0">
                <a:solidFill>
                  <a:srgbClr val="202124"/>
                </a:solidFill>
                <a:latin typeface="Google Sans"/>
              </a:rPr>
              <a:t>düzgün çalışmak için </a:t>
            </a:r>
            <a:r>
              <a:rPr lang="tr-TR" dirty="0">
                <a:solidFill>
                  <a:srgbClr val="040C28"/>
                </a:solidFill>
                <a:latin typeface="Google Sans"/>
              </a:rPr>
              <a:t>en az 4GB RAM</a:t>
            </a:r>
            <a:r>
              <a:rPr lang="tr-TR" dirty="0">
                <a:solidFill>
                  <a:srgbClr val="202124"/>
                </a:solidFill>
                <a:latin typeface="Google Sans"/>
              </a:rPr>
              <a:t> gerektirir.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303798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60" y="476672"/>
            <a:ext cx="8539103" cy="577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13329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20688"/>
            <a:ext cx="7920879" cy="60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8640"/>
            <a:ext cx="34194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31923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266700"/>
            <a:ext cx="8324850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45765"/>
            <a:ext cx="34194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07634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1" y="332655"/>
            <a:ext cx="8424937" cy="626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2276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75" y="332656"/>
            <a:ext cx="8884104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23697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08" y="404664"/>
            <a:ext cx="8860185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34823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42" y="548680"/>
            <a:ext cx="8731509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01322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16" y="638936"/>
            <a:ext cx="8692889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46746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95" y="0"/>
            <a:ext cx="904156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55268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302"/>
            <a:ext cx="8208912" cy="6587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93689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8"/>
            <a:ext cx="8784976" cy="6480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15440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15" y="116632"/>
            <a:ext cx="8684338" cy="6552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20104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" y="0"/>
            <a:ext cx="914129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71625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218" y="332656"/>
            <a:ext cx="8600254" cy="6119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75466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650" y="260648"/>
            <a:ext cx="9099372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260648"/>
            <a:ext cx="40862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35129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638" y="1412776"/>
            <a:ext cx="922727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676172"/>
            <a:ext cx="40862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55611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06" y="908720"/>
            <a:ext cx="8994064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359561"/>
            <a:ext cx="40862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75477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31" y="836712"/>
            <a:ext cx="8942235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359561"/>
            <a:ext cx="40862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0780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39" y="404664"/>
            <a:ext cx="8939431" cy="633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5517"/>
            <a:ext cx="40862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37938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9" y="836712"/>
            <a:ext cx="9007103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359561"/>
            <a:ext cx="40862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79106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17" y="836712"/>
            <a:ext cx="9156017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359561"/>
            <a:ext cx="40862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00394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6" y="908720"/>
            <a:ext cx="9053667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32846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84" y="404664"/>
            <a:ext cx="8757032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44686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16" y="404664"/>
            <a:ext cx="8725769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98558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41" y="404664"/>
            <a:ext cx="8609531" cy="5970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2130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06" y="548680"/>
            <a:ext cx="8822304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9161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37" y="548680"/>
            <a:ext cx="8862521" cy="576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5637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98" y="476672"/>
            <a:ext cx="8655280" cy="604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74845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19" y="404664"/>
            <a:ext cx="7566997" cy="5986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35534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2"/>
            <a:ext cx="8925150" cy="6053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94056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2339752" y="2276872"/>
            <a:ext cx="38164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6600" dirty="0" smtClean="0"/>
              <a:t>SON </a:t>
            </a:r>
            <a:endParaRPr lang="tr-TR" sz="6600" dirty="0"/>
          </a:p>
        </p:txBody>
      </p:sp>
    </p:spTree>
    <p:extLst>
      <p:ext uri="{BB962C8B-B14F-4D97-AF65-F5344CB8AC3E}">
        <p14:creationId xmlns:p14="http://schemas.microsoft.com/office/powerpoint/2010/main" val="2654204131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10</Words>
  <Application>Microsoft Office PowerPoint</Application>
  <PresentationFormat>Ekran Gösterisi (4:3)</PresentationFormat>
  <Paragraphs>3</Paragraphs>
  <Slides>70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70</vt:i4>
      </vt:variant>
    </vt:vector>
  </HeadingPairs>
  <TitlesOfParts>
    <vt:vector size="74" baseType="lpstr">
      <vt:lpstr>Arial</vt:lpstr>
      <vt:lpstr>Calibri</vt:lpstr>
      <vt:lpstr>Google Sans</vt:lpstr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bilgisayarim</dc:creator>
  <cp:lastModifiedBy>Ali BULDU</cp:lastModifiedBy>
  <cp:revision>23</cp:revision>
  <dcterms:created xsi:type="dcterms:W3CDTF">2019-03-15T11:58:05Z</dcterms:created>
  <dcterms:modified xsi:type="dcterms:W3CDTF">2025-03-26T08:51:28Z</dcterms:modified>
</cp:coreProperties>
</file>