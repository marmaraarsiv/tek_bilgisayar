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-143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6D1D9-64BC-4089-BB68-8AF8FBB7E847}" type="datetimeFigureOut">
              <a:rPr lang="tr-TR" smtClean="0"/>
              <a:t>15/03/2019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A3C72-2E4F-4C57-8ABA-38078E3F20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68699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6D1D9-64BC-4089-BB68-8AF8FBB7E847}" type="datetimeFigureOut">
              <a:rPr lang="tr-TR" smtClean="0"/>
              <a:t>15/03/2019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A3C72-2E4F-4C57-8ABA-38078E3F20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37185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6D1D9-64BC-4089-BB68-8AF8FBB7E847}" type="datetimeFigureOut">
              <a:rPr lang="tr-TR" smtClean="0"/>
              <a:t>15/03/2019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A3C72-2E4F-4C57-8ABA-38078E3F20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72027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6D1D9-64BC-4089-BB68-8AF8FBB7E847}" type="datetimeFigureOut">
              <a:rPr lang="tr-TR" smtClean="0"/>
              <a:t>15/03/2019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A3C72-2E4F-4C57-8ABA-38078E3F20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75310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6D1D9-64BC-4089-BB68-8AF8FBB7E847}" type="datetimeFigureOut">
              <a:rPr lang="tr-TR" smtClean="0"/>
              <a:t>15/03/2019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A3C72-2E4F-4C57-8ABA-38078E3F20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35771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6D1D9-64BC-4089-BB68-8AF8FBB7E847}" type="datetimeFigureOut">
              <a:rPr lang="tr-TR" smtClean="0"/>
              <a:t>15/03/2019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A3C72-2E4F-4C57-8ABA-38078E3F20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15237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6D1D9-64BC-4089-BB68-8AF8FBB7E847}" type="datetimeFigureOut">
              <a:rPr lang="tr-TR" smtClean="0"/>
              <a:t>15/03/2019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A3C72-2E4F-4C57-8ABA-38078E3F20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63276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6D1D9-64BC-4089-BB68-8AF8FBB7E847}" type="datetimeFigureOut">
              <a:rPr lang="tr-TR" smtClean="0"/>
              <a:t>15/03/2019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A3C72-2E4F-4C57-8ABA-38078E3F20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64145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6D1D9-64BC-4089-BB68-8AF8FBB7E847}" type="datetimeFigureOut">
              <a:rPr lang="tr-TR" smtClean="0"/>
              <a:t>15/03/2019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A3C72-2E4F-4C57-8ABA-38078E3F20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71150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6D1D9-64BC-4089-BB68-8AF8FBB7E847}" type="datetimeFigureOut">
              <a:rPr lang="tr-TR" smtClean="0"/>
              <a:t>15/03/2019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A3C72-2E4F-4C57-8ABA-38078E3F20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35036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6D1D9-64BC-4089-BB68-8AF8FBB7E847}" type="datetimeFigureOut">
              <a:rPr lang="tr-TR" smtClean="0"/>
              <a:t>15/03/2019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A3C72-2E4F-4C57-8ABA-38078E3F20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02621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6D1D9-64BC-4089-BB68-8AF8FBB7E847}" type="datetimeFigureOut">
              <a:rPr lang="tr-TR" smtClean="0"/>
              <a:t>15/03/2019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6A3C72-2E4F-4C57-8ABA-38078E3F20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91621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73" y="548680"/>
            <a:ext cx="8478131" cy="5688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5876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382" y="620688"/>
            <a:ext cx="8021066" cy="5647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56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878" y="548680"/>
            <a:ext cx="8873795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8674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" y="909638"/>
            <a:ext cx="7143750" cy="503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6441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446" y="548680"/>
            <a:ext cx="8556745" cy="5832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2455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364" y="476672"/>
            <a:ext cx="8880261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7231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783" y="548680"/>
            <a:ext cx="8266492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1613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142" y="620688"/>
            <a:ext cx="8398017" cy="5688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6972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012" y="476672"/>
            <a:ext cx="8789877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0804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25" y="938213"/>
            <a:ext cx="7524750" cy="49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7270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850" y="476672"/>
            <a:ext cx="8668301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0935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154" y="476672"/>
            <a:ext cx="8619692" cy="5904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078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85" y="404664"/>
            <a:ext cx="8759691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4930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284" y="476672"/>
            <a:ext cx="8813617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3710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560" y="476672"/>
            <a:ext cx="8886459" cy="6048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9896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3" y="971550"/>
            <a:ext cx="7534275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22646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86" y="476672"/>
            <a:ext cx="8536480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7310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545" y="404664"/>
            <a:ext cx="8474911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7421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63" y="876300"/>
            <a:ext cx="7153275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25" y="800100"/>
            <a:ext cx="737235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21109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28" y="548680"/>
            <a:ext cx="8861139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4262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24" y="620688"/>
            <a:ext cx="8587857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83035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209" y="476672"/>
            <a:ext cx="8819572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68438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04" y="332656"/>
            <a:ext cx="9003392" cy="61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72910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48" y="476672"/>
            <a:ext cx="8397916" cy="5873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40940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69" y="404664"/>
            <a:ext cx="8780668" cy="597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18635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909" y="404664"/>
            <a:ext cx="8755183" cy="6120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236224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98" y="404664"/>
            <a:ext cx="8972361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96292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08" y="260648"/>
            <a:ext cx="9003297" cy="626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73590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80" y="476672"/>
            <a:ext cx="8663840" cy="5904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21454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43" y="476672"/>
            <a:ext cx="8791838" cy="597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56281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89" y="332656"/>
            <a:ext cx="8640959" cy="6120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99828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17" y="548680"/>
            <a:ext cx="8737841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50230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99" y="404664"/>
            <a:ext cx="8773399" cy="6048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95123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84" y="332656"/>
            <a:ext cx="8913169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59111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189" y="476672"/>
            <a:ext cx="8702469" cy="597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76186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84" y="404664"/>
            <a:ext cx="8946033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04403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463" y="620688"/>
            <a:ext cx="8803151" cy="5760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09632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688" y="476672"/>
            <a:ext cx="8790534" cy="597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70154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93" y="404664"/>
            <a:ext cx="8941014" cy="6048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26158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02" y="404664"/>
            <a:ext cx="8903735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90398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92" y="620688"/>
            <a:ext cx="8553828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80354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482" y="476672"/>
            <a:ext cx="8390981" cy="587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46111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523" y="476672"/>
            <a:ext cx="8724683" cy="6048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01698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35" y="404664"/>
            <a:ext cx="8546070" cy="6120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92821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9" y="404664"/>
            <a:ext cx="8930081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75700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63" y="476672"/>
            <a:ext cx="8770947" cy="597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2349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271463"/>
            <a:ext cx="8334375" cy="631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83195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276225"/>
            <a:ext cx="8343900" cy="630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37238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285750"/>
            <a:ext cx="8334375" cy="628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84892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290513"/>
            <a:ext cx="8305800" cy="627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37654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79" y="620688"/>
            <a:ext cx="8565998" cy="554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2215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74" y="476672"/>
            <a:ext cx="8559984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33489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8" y="280988"/>
            <a:ext cx="8315325" cy="629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11782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285750"/>
            <a:ext cx="8334375" cy="628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819853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295275"/>
            <a:ext cx="8391525" cy="626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07364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290513"/>
            <a:ext cx="8372475" cy="627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90298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75" y="285750"/>
            <a:ext cx="8324850" cy="628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77213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252413"/>
            <a:ext cx="8343900" cy="635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61774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76225"/>
            <a:ext cx="8353425" cy="630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04862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90" y="548680"/>
            <a:ext cx="8807020" cy="5760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68933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18" y="404664"/>
            <a:ext cx="8958760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65388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908" y="692696"/>
            <a:ext cx="8741713" cy="554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857235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890588"/>
            <a:ext cx="7343775" cy="507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690518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76" y="620688"/>
            <a:ext cx="8849048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958816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670" y="404664"/>
            <a:ext cx="8732660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214149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895" y="476672"/>
            <a:ext cx="8828209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00059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64" y="476672"/>
            <a:ext cx="8689872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343407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724" y="476672"/>
            <a:ext cx="8635936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399489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2339752" y="3263914"/>
            <a:ext cx="1800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6000" dirty="0" smtClean="0"/>
              <a:t>SON</a:t>
            </a:r>
            <a:r>
              <a:rPr lang="tr-TR" dirty="0" smtClean="0"/>
              <a:t>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79585660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</Words>
  <Application>Microsoft Office PowerPoint</Application>
  <PresentationFormat>Ekran Gösterisi (4:3)</PresentationFormat>
  <Paragraphs>1</Paragraphs>
  <Slides>69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69</vt:i4>
      </vt:variant>
    </vt:vector>
  </HeadingPairs>
  <TitlesOfParts>
    <vt:vector size="70" baseType="lpstr">
      <vt:lpstr>Ofis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bilgisayarim</dc:creator>
  <cp:lastModifiedBy>bilgisayarim</cp:lastModifiedBy>
  <cp:revision>9</cp:revision>
  <dcterms:created xsi:type="dcterms:W3CDTF">2019-03-15T13:23:48Z</dcterms:created>
  <dcterms:modified xsi:type="dcterms:W3CDTF">2019-03-15T15:21:40Z</dcterms:modified>
</cp:coreProperties>
</file>