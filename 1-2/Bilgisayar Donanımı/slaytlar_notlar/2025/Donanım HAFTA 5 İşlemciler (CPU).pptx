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143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4FDB-9936-4A74-B830-A8BA3C313926}" type="datetimeFigureOut">
              <a:rPr lang="tr-TR" smtClean="0"/>
              <a:t>04/03/2019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DB77-8BBE-460D-AD81-73299A51FB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9861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4FDB-9936-4A74-B830-A8BA3C313926}" type="datetimeFigureOut">
              <a:rPr lang="tr-TR" smtClean="0"/>
              <a:t>04/03/2019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DB77-8BBE-460D-AD81-73299A51FB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66573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4FDB-9936-4A74-B830-A8BA3C313926}" type="datetimeFigureOut">
              <a:rPr lang="tr-TR" smtClean="0"/>
              <a:t>04/03/2019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DB77-8BBE-460D-AD81-73299A51FB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710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4FDB-9936-4A74-B830-A8BA3C313926}" type="datetimeFigureOut">
              <a:rPr lang="tr-TR" smtClean="0"/>
              <a:t>04/03/2019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DB77-8BBE-460D-AD81-73299A51FB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765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4FDB-9936-4A74-B830-A8BA3C313926}" type="datetimeFigureOut">
              <a:rPr lang="tr-TR" smtClean="0"/>
              <a:t>04/03/2019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DB77-8BBE-460D-AD81-73299A51FB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1963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4FDB-9936-4A74-B830-A8BA3C313926}" type="datetimeFigureOut">
              <a:rPr lang="tr-TR" smtClean="0"/>
              <a:t>04/03/2019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DB77-8BBE-460D-AD81-73299A51FB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6205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4FDB-9936-4A74-B830-A8BA3C313926}" type="datetimeFigureOut">
              <a:rPr lang="tr-TR" smtClean="0"/>
              <a:t>04/03/2019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DB77-8BBE-460D-AD81-73299A51FB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87189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4FDB-9936-4A74-B830-A8BA3C313926}" type="datetimeFigureOut">
              <a:rPr lang="tr-TR" smtClean="0"/>
              <a:t>04/03/2019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DB77-8BBE-460D-AD81-73299A51FB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5410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4FDB-9936-4A74-B830-A8BA3C313926}" type="datetimeFigureOut">
              <a:rPr lang="tr-TR" smtClean="0"/>
              <a:t>04/03/2019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DB77-8BBE-460D-AD81-73299A51FB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86530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4FDB-9936-4A74-B830-A8BA3C313926}" type="datetimeFigureOut">
              <a:rPr lang="tr-TR" smtClean="0"/>
              <a:t>04/03/2019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DB77-8BBE-460D-AD81-73299A51FB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3296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4FDB-9936-4A74-B830-A8BA3C313926}" type="datetimeFigureOut">
              <a:rPr lang="tr-TR" smtClean="0"/>
              <a:t>04/03/2019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DB77-8BBE-460D-AD81-73299A51FB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38631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D4FDB-9936-4A74-B830-A8BA3C313926}" type="datetimeFigureOut">
              <a:rPr lang="tr-TR" smtClean="0"/>
              <a:t>04/03/2019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EDB77-8BBE-460D-AD81-73299A51FB5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53364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22" y="764704"/>
            <a:ext cx="8972810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7354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77" y="404664"/>
            <a:ext cx="8192187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7861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03" y="836712"/>
            <a:ext cx="8504561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9268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12" y="548680"/>
            <a:ext cx="8420551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3712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58" y="548680"/>
            <a:ext cx="8519298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2321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76" y="620688"/>
            <a:ext cx="8610104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3401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38" y="836712"/>
            <a:ext cx="8832858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6517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64" y="548680"/>
            <a:ext cx="8351508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931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52" y="836712"/>
            <a:ext cx="8519628" cy="5480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6275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48680"/>
            <a:ext cx="8208912" cy="5577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9257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95" y="692696"/>
            <a:ext cx="8399869" cy="543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4298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96" y="548680"/>
            <a:ext cx="8518059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2248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20688"/>
            <a:ext cx="8784976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5611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68" y="332656"/>
            <a:ext cx="883372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5055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01" y="620688"/>
            <a:ext cx="8355397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1240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62" y="620688"/>
            <a:ext cx="8653618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4567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95" y="404664"/>
            <a:ext cx="8660377" cy="5936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3732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52" y="764704"/>
            <a:ext cx="7978112" cy="5591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9001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11" y="476671"/>
            <a:ext cx="8016937" cy="5940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5679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83" y="620689"/>
            <a:ext cx="7941905" cy="531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9906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52" y="404664"/>
            <a:ext cx="8267103" cy="6006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8856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928688"/>
            <a:ext cx="75438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89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9" y="404664"/>
            <a:ext cx="8776960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3133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58" y="476672"/>
            <a:ext cx="8965483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7538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5" y="548680"/>
            <a:ext cx="8948565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1451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66" y="476672"/>
            <a:ext cx="8721198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6605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51" y="692696"/>
            <a:ext cx="8511699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21077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02706"/>
            <a:ext cx="8136903" cy="6751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82589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85" y="404664"/>
            <a:ext cx="8850630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3880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46" y="2060848"/>
            <a:ext cx="8842852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24056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842963"/>
            <a:ext cx="7572375" cy="517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1726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40" y="476672"/>
            <a:ext cx="8724047" cy="5946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87302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" y="476672"/>
            <a:ext cx="8917153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57352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08" y="476672"/>
            <a:ext cx="8964996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12328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28" y="332656"/>
            <a:ext cx="8698405" cy="6120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05068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52" y="404664"/>
            <a:ext cx="8714327" cy="5998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24218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871538"/>
            <a:ext cx="7515225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60513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26" y="260648"/>
            <a:ext cx="8082487" cy="576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66452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9" y="332656"/>
            <a:ext cx="8916099" cy="6102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14348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42" y="404664"/>
            <a:ext cx="8700046" cy="61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33586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80" y="260648"/>
            <a:ext cx="8695792" cy="6195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16204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02" y="332656"/>
            <a:ext cx="8558170" cy="6148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83094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2" y="260648"/>
            <a:ext cx="8824108" cy="6207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43191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142" y="404664"/>
            <a:ext cx="8787353" cy="614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57164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40" y="548680"/>
            <a:ext cx="8611239" cy="5780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02031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13" y="823913"/>
            <a:ext cx="7496175" cy="521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29469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46" y="404664"/>
            <a:ext cx="8965953" cy="6171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57784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35" y="332656"/>
            <a:ext cx="8679416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22168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4" y="332656"/>
            <a:ext cx="8952453" cy="6078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87104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74" y="476672"/>
            <a:ext cx="8688497" cy="5777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12448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327" y="620688"/>
            <a:ext cx="8460137" cy="5546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20421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35" y="404664"/>
            <a:ext cx="8670953" cy="6129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00845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27" y="476672"/>
            <a:ext cx="8901547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31320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78" y="476671"/>
            <a:ext cx="8221386" cy="6000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26812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6" y="260648"/>
            <a:ext cx="9136774" cy="634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16382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8483" y="332656"/>
            <a:ext cx="9188841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61024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63" y="332656"/>
            <a:ext cx="8761817" cy="610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92283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51" y="620688"/>
            <a:ext cx="8621833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76531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42112"/>
            <a:ext cx="8669340" cy="6111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69671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" y="188640"/>
            <a:ext cx="9034839" cy="640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18543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20" y="692696"/>
            <a:ext cx="8806760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96471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992" y="404664"/>
            <a:ext cx="9193981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45521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98" y="260648"/>
            <a:ext cx="8611342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0565621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Ekran Gösterisi (4:3)</PresentationFormat>
  <Paragraphs>0</Paragraphs>
  <Slides>63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63</vt:i4>
      </vt:variant>
    </vt:vector>
  </HeadingPairs>
  <TitlesOfParts>
    <vt:vector size="64" baseType="lpstr"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bilgisayarim</dc:creator>
  <cp:lastModifiedBy>bilgisayarim</cp:lastModifiedBy>
  <cp:revision>14</cp:revision>
  <dcterms:created xsi:type="dcterms:W3CDTF">2019-02-21T11:03:11Z</dcterms:created>
  <dcterms:modified xsi:type="dcterms:W3CDTF">2019-03-04T12:44:04Z</dcterms:modified>
</cp:coreProperties>
</file>