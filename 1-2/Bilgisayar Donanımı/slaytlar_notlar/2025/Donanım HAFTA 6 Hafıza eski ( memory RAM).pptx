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446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362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67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434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560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268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487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521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671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71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3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95980-35DD-45C1-BC11-CE1E6FE1D614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34D0E-54BF-480F-81BF-29BA6AE1FB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611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00138"/>
            <a:ext cx="8568952" cy="535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428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32" y="476672"/>
            <a:ext cx="883700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91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97" y="764704"/>
            <a:ext cx="8362910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324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31" y="692696"/>
            <a:ext cx="8306009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50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10" y="476672"/>
            <a:ext cx="793818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17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38200"/>
            <a:ext cx="751522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72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66" y="548680"/>
            <a:ext cx="8388865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64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66" y="620688"/>
            <a:ext cx="846986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00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23913"/>
            <a:ext cx="751522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1259632" y="6034088"/>
            <a:ext cx="1708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Virtual </a:t>
            </a:r>
            <a:r>
              <a:rPr lang="tr-TR" dirty="0" err="1" smtClean="0"/>
              <a:t>memory</a:t>
            </a:r>
            <a:r>
              <a:rPr lang="tr-TR" dirty="0" smtClean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753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74" y="620688"/>
            <a:ext cx="8160955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317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62" y="938213"/>
            <a:ext cx="8377710" cy="565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94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838200"/>
            <a:ext cx="7543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84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29" y="620688"/>
            <a:ext cx="836563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068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8" y="476672"/>
            <a:ext cx="836019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95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7" y="692696"/>
            <a:ext cx="8139761" cy="542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80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80" y="332657"/>
            <a:ext cx="8292276" cy="613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978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36" y="332656"/>
            <a:ext cx="8589036" cy="6126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1230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62" y="476673"/>
            <a:ext cx="8267294" cy="586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183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2" y="476672"/>
            <a:ext cx="879418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404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6" y="404664"/>
            <a:ext cx="895247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261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89" y="548680"/>
            <a:ext cx="860865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5073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22" y="476672"/>
            <a:ext cx="864415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849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40" y="404664"/>
            <a:ext cx="8702469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7493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1735"/>
            <a:ext cx="7416823" cy="609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60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19" y="620688"/>
            <a:ext cx="865896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687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60" y="404664"/>
            <a:ext cx="8671824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953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27" y="620688"/>
            <a:ext cx="8527489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271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1" y="548680"/>
            <a:ext cx="879034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678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0" y="620688"/>
            <a:ext cx="887138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176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3" y="620688"/>
            <a:ext cx="808815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014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36" y="404664"/>
            <a:ext cx="8307127" cy="60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08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16" y="404664"/>
            <a:ext cx="868336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9153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10" y="548680"/>
            <a:ext cx="8447362" cy="579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389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69" y="404664"/>
            <a:ext cx="8838444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9370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68" y="404664"/>
            <a:ext cx="851566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9246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0" y="332657"/>
            <a:ext cx="8180948" cy="6106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756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65" y="404664"/>
            <a:ext cx="869332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138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90" y="548680"/>
            <a:ext cx="843507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26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" y="476672"/>
            <a:ext cx="9143658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379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60" y="476672"/>
            <a:ext cx="8539103" cy="577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332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920879" cy="60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8640"/>
            <a:ext cx="34194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3192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66700"/>
            <a:ext cx="832485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45765"/>
            <a:ext cx="34194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07634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75" y="332656"/>
            <a:ext cx="8884104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369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8" y="404664"/>
            <a:ext cx="886018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4823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42" y="548680"/>
            <a:ext cx="873150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132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16" y="638936"/>
            <a:ext cx="869288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674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5" y="0"/>
            <a:ext cx="904156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26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302"/>
            <a:ext cx="8208912" cy="65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3689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784976" cy="648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1544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15" y="116632"/>
            <a:ext cx="8684338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0104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" y="0"/>
            <a:ext cx="914129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162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18" y="332656"/>
            <a:ext cx="8600254" cy="611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546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50" y="260648"/>
            <a:ext cx="9099372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60648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3512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638" y="1412776"/>
            <a:ext cx="9227275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676172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5561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6" y="908720"/>
            <a:ext cx="8994064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547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31" y="836712"/>
            <a:ext cx="894223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0780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9" y="404664"/>
            <a:ext cx="8939431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517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793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9" y="836712"/>
            <a:ext cx="900710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9106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17" y="836712"/>
            <a:ext cx="9156017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59561"/>
            <a:ext cx="40862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039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6" y="908720"/>
            <a:ext cx="905366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3284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84" y="404664"/>
            <a:ext cx="875703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468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16" y="404664"/>
            <a:ext cx="8725769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98558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41" y="404664"/>
            <a:ext cx="8609531" cy="5970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213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06" y="548680"/>
            <a:ext cx="882230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9161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37" y="548680"/>
            <a:ext cx="8862521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637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98" y="476672"/>
            <a:ext cx="8655280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4845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19" y="404664"/>
            <a:ext cx="7566997" cy="598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5534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50" y="476672"/>
            <a:ext cx="8925150" cy="6053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4056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39" y="548680"/>
            <a:ext cx="8598085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1349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339752" y="2276872"/>
            <a:ext cx="38164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600" dirty="0" smtClean="0"/>
              <a:t>SON </a:t>
            </a:r>
            <a:endParaRPr lang="tr-TR" sz="6600" dirty="0"/>
          </a:p>
        </p:txBody>
      </p:sp>
    </p:spTree>
    <p:extLst>
      <p:ext uri="{BB962C8B-B14F-4D97-AF65-F5344CB8AC3E}">
        <p14:creationId xmlns:p14="http://schemas.microsoft.com/office/powerpoint/2010/main" val="265420413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</Words>
  <Application>Microsoft Office PowerPoint</Application>
  <PresentationFormat>Ekran Gösterisi (4:3)</PresentationFormat>
  <Paragraphs>2</Paragraphs>
  <Slides>70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70</vt:i4>
      </vt:variant>
    </vt:vector>
  </HeadingPairs>
  <TitlesOfParts>
    <vt:vector size="71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19</cp:revision>
  <dcterms:created xsi:type="dcterms:W3CDTF">2019-03-15T11:58:05Z</dcterms:created>
  <dcterms:modified xsi:type="dcterms:W3CDTF">2019-03-15T13:21:39Z</dcterms:modified>
</cp:coreProperties>
</file>