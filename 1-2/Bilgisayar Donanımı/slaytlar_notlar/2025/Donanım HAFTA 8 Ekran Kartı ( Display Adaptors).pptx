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15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76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7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541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985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0754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960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85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549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307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751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26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7199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989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EAC8B-1050-4339-9DD3-448809B02617}" type="datetimeFigureOut">
              <a:rPr lang="tr-TR" smtClean="0"/>
              <a:t>17.04.2023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53D80-1EEE-447A-A913-3DFDEB88D9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589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1983"/>
            <a:ext cx="7344816" cy="6460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170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90" y="620688"/>
            <a:ext cx="8293198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5182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367366" cy="58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194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0" y="404664"/>
            <a:ext cx="8942695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397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3" y="620688"/>
            <a:ext cx="8239131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848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70" y="476672"/>
            <a:ext cx="8514583" cy="604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763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63" y="476672"/>
            <a:ext cx="8577620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95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41" y="620688"/>
            <a:ext cx="841776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5425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61" y="404664"/>
            <a:ext cx="8434459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140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06" y="476672"/>
            <a:ext cx="828818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4016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9" y="548680"/>
            <a:ext cx="8699541" cy="583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7613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98" y="476672"/>
            <a:ext cx="8598397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0665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2" y="476672"/>
            <a:ext cx="8537374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424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10" y="476672"/>
            <a:ext cx="8612378" cy="59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3524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2" y="548680"/>
            <a:ext cx="8916259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8831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81" y="548681"/>
            <a:ext cx="7822294" cy="5447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9501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27" y="620688"/>
            <a:ext cx="8708548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1253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25" y="476672"/>
            <a:ext cx="8213523" cy="5799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7134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76" y="548680"/>
            <a:ext cx="852184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4716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69" y="548680"/>
            <a:ext cx="8771149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9619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49" y="548680"/>
            <a:ext cx="8544995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152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31" y="476672"/>
            <a:ext cx="8790139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9041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98" y="548680"/>
            <a:ext cx="8425205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5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16" y="404664"/>
            <a:ext cx="8655069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8789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36" y="620688"/>
            <a:ext cx="8610120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320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96" y="332656"/>
            <a:ext cx="8352928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4313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11" y="548680"/>
            <a:ext cx="838397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5266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12" y="476672"/>
            <a:ext cx="8651613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8728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81" y="404664"/>
            <a:ext cx="8830836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3662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42" y="332656"/>
            <a:ext cx="8662602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7919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48" y="548680"/>
            <a:ext cx="884870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9674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36" y="692696"/>
            <a:ext cx="8566021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3806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71" y="548680"/>
            <a:ext cx="8757057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0386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60" y="404664"/>
            <a:ext cx="8449202" cy="59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416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82" y="476672"/>
            <a:ext cx="8757550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8727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87" y="548680"/>
            <a:ext cx="884130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8346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55" y="332656"/>
            <a:ext cx="8970293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86195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15" y="476672"/>
            <a:ext cx="8992716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58762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6672"/>
            <a:ext cx="8784976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4480560" y="575658"/>
            <a:ext cx="46378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/>
              <a:t>SLI - </a:t>
            </a:r>
            <a:r>
              <a:rPr lang="tr-TR" sz="2000" dirty="0" err="1"/>
              <a:t>nvidia</a:t>
            </a:r>
            <a:r>
              <a:rPr lang="tr-TR" sz="2000" dirty="0"/>
              <a:t> ekran kartının  çoklu  kurulumu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24192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40" y="692696"/>
            <a:ext cx="8731918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Metin kutusu 2"/>
          <p:cNvSpPr txBox="1"/>
          <p:nvPr/>
        </p:nvSpPr>
        <p:spPr>
          <a:xfrm>
            <a:off x="4283968" y="175548"/>
            <a:ext cx="4423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/>
              <a:t>SLI   </a:t>
            </a:r>
            <a:r>
              <a:rPr lang="tr-TR" sz="2000" dirty="0" err="1"/>
              <a:t>nvidia</a:t>
            </a:r>
            <a:r>
              <a:rPr lang="tr-TR" sz="2000" dirty="0"/>
              <a:t> ekran kartının  çok  kurulumu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1770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25" y="620688"/>
            <a:ext cx="8558434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311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3106"/>
            <a:ext cx="8189329" cy="649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Metin kutusu 2"/>
          <p:cNvSpPr txBox="1"/>
          <p:nvPr/>
        </p:nvSpPr>
        <p:spPr>
          <a:xfrm>
            <a:off x="4562208" y="1196752"/>
            <a:ext cx="4616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/>
              <a:t>SLI   </a:t>
            </a:r>
            <a:r>
              <a:rPr lang="tr-TR" sz="2000" dirty="0" err="1"/>
              <a:t>nvidia</a:t>
            </a:r>
            <a:r>
              <a:rPr lang="tr-TR" sz="2000" dirty="0"/>
              <a:t> ekran kartının  çoklu  kurulumu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89403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53" y="476672"/>
            <a:ext cx="8730093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1187623" y="6597352"/>
            <a:ext cx="5909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«Cross Fire»   ATİ ekran kartının çoklu bağlantısına  denir.    </a:t>
            </a:r>
          </a:p>
        </p:txBody>
      </p:sp>
    </p:spTree>
    <p:extLst>
      <p:ext uri="{BB962C8B-B14F-4D97-AF65-F5344CB8AC3E}">
        <p14:creationId xmlns:p14="http://schemas.microsoft.com/office/powerpoint/2010/main" val="29779256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50" y="476672"/>
            <a:ext cx="8637972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84279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18" y="620688"/>
            <a:ext cx="8965653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93949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63" y="476672"/>
            <a:ext cx="8579355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59572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8" y="332656"/>
            <a:ext cx="8800605" cy="612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85649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27" y="476672"/>
            <a:ext cx="8708543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68615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9" y="476672"/>
            <a:ext cx="8770226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61635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22" y="476671"/>
            <a:ext cx="8634158" cy="5909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8531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6700"/>
            <a:ext cx="8353425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285750"/>
            <a:ext cx="8410575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88445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90513"/>
            <a:ext cx="8401050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12680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372475" cy="626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72621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66" y="548680"/>
            <a:ext cx="8685190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3476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67" y="620688"/>
            <a:ext cx="8575250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44122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38" y="476672"/>
            <a:ext cx="8745350" cy="5931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50246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4" y="332656"/>
            <a:ext cx="9011030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9426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50" y="476672"/>
            <a:ext cx="87753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63848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909638"/>
            <a:ext cx="7362825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02954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1259632" y="2996952"/>
            <a:ext cx="47751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6000" dirty="0"/>
              <a:t>BÖLÜM SONU </a:t>
            </a:r>
          </a:p>
        </p:txBody>
      </p:sp>
    </p:spTree>
    <p:extLst>
      <p:ext uri="{BB962C8B-B14F-4D97-AF65-F5344CB8AC3E}">
        <p14:creationId xmlns:p14="http://schemas.microsoft.com/office/powerpoint/2010/main" val="1357269829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32</Words>
  <Application>Microsoft Office PowerPoint</Application>
  <PresentationFormat>Ekran Gösterisi (4:3)</PresentationFormat>
  <Paragraphs>5</Paragraphs>
  <Slides>60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60</vt:i4>
      </vt:variant>
    </vt:vector>
  </HeadingPairs>
  <TitlesOfParts>
    <vt:vector size="63" baseType="lpstr">
      <vt:lpstr>Arial</vt:lpstr>
      <vt:lpstr>Calibri</vt:lpstr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marmara</cp:lastModifiedBy>
  <cp:revision>16</cp:revision>
  <dcterms:created xsi:type="dcterms:W3CDTF">2019-03-18T09:30:47Z</dcterms:created>
  <dcterms:modified xsi:type="dcterms:W3CDTF">2023-04-17T18:41:41Z</dcterms:modified>
</cp:coreProperties>
</file>