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322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6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94318-6E33-406E-9191-BF5FC22F1C16}" type="datetimeFigureOut">
              <a:rPr lang="tr-TR" smtClean="0"/>
              <a:t>26/03/2019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7BC3C-1D47-41CF-A839-0CC56D4007C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90204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94318-6E33-406E-9191-BF5FC22F1C16}" type="datetimeFigureOut">
              <a:rPr lang="tr-TR" smtClean="0"/>
              <a:t>26/03/2019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7BC3C-1D47-41CF-A839-0CC56D4007C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65693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94318-6E33-406E-9191-BF5FC22F1C16}" type="datetimeFigureOut">
              <a:rPr lang="tr-TR" smtClean="0"/>
              <a:t>26/03/2019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7BC3C-1D47-41CF-A839-0CC56D4007C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56117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94318-6E33-406E-9191-BF5FC22F1C16}" type="datetimeFigureOut">
              <a:rPr lang="tr-TR" smtClean="0"/>
              <a:t>26/03/2019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7BC3C-1D47-41CF-A839-0CC56D4007C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87628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94318-6E33-406E-9191-BF5FC22F1C16}" type="datetimeFigureOut">
              <a:rPr lang="tr-TR" smtClean="0"/>
              <a:t>26/03/2019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7BC3C-1D47-41CF-A839-0CC56D4007C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04876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94318-6E33-406E-9191-BF5FC22F1C16}" type="datetimeFigureOut">
              <a:rPr lang="tr-TR" smtClean="0"/>
              <a:t>26/03/2019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7BC3C-1D47-41CF-A839-0CC56D4007C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35848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94318-6E33-406E-9191-BF5FC22F1C16}" type="datetimeFigureOut">
              <a:rPr lang="tr-TR" smtClean="0"/>
              <a:t>26/03/2019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7BC3C-1D47-41CF-A839-0CC56D4007C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04045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94318-6E33-406E-9191-BF5FC22F1C16}" type="datetimeFigureOut">
              <a:rPr lang="tr-TR" smtClean="0"/>
              <a:t>26/03/2019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7BC3C-1D47-41CF-A839-0CC56D4007C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29159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94318-6E33-406E-9191-BF5FC22F1C16}" type="datetimeFigureOut">
              <a:rPr lang="tr-TR" smtClean="0"/>
              <a:t>26/03/2019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7BC3C-1D47-41CF-A839-0CC56D4007C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32585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94318-6E33-406E-9191-BF5FC22F1C16}" type="datetimeFigureOut">
              <a:rPr lang="tr-TR" smtClean="0"/>
              <a:t>26/03/2019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7BC3C-1D47-41CF-A839-0CC56D4007C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91309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94318-6E33-406E-9191-BF5FC22F1C16}" type="datetimeFigureOut">
              <a:rPr lang="tr-TR" smtClean="0"/>
              <a:t>26/03/2019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7BC3C-1D47-41CF-A839-0CC56D4007C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60083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094318-6E33-406E-9191-BF5FC22F1C16}" type="datetimeFigureOut">
              <a:rPr lang="tr-TR" smtClean="0"/>
              <a:t>26/03/2019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27BC3C-1D47-41CF-A839-0CC56D4007C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92450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7934"/>
            <a:ext cx="8568952" cy="6622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8070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930" y="620689"/>
            <a:ext cx="8317533" cy="5640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1740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634" y="476673"/>
            <a:ext cx="7525782" cy="5875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2129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65" y="476672"/>
            <a:ext cx="9077468" cy="619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0384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62" y="548680"/>
            <a:ext cx="8562590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9989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12" y="476672"/>
            <a:ext cx="8321244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2358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77" y="404664"/>
            <a:ext cx="8859111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2597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050" y="476672"/>
            <a:ext cx="8773898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8297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93" y="476672"/>
            <a:ext cx="8632409" cy="5904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7524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668" y="476672"/>
            <a:ext cx="8375788" cy="578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5351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10" y="476672"/>
            <a:ext cx="8691296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5242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329" y="476672"/>
            <a:ext cx="8526183" cy="5760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6219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49" y="476672"/>
            <a:ext cx="9085151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3206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72" y="332656"/>
            <a:ext cx="8770275" cy="612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5481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07" y="332656"/>
            <a:ext cx="8903836" cy="612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5038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85" y="476672"/>
            <a:ext cx="8659431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1884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930" y="620688"/>
            <a:ext cx="8359574" cy="5544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35992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530" y="548679"/>
            <a:ext cx="8267926" cy="571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62127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48" y="476672"/>
            <a:ext cx="8623905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06190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68" y="404664"/>
            <a:ext cx="8757551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65508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402" y="476672"/>
            <a:ext cx="8638871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27801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804" y="548680"/>
            <a:ext cx="8556020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16085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040" y="620688"/>
            <a:ext cx="8508991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39702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52" y="692696"/>
            <a:ext cx="8896473" cy="54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05197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77" y="476672"/>
            <a:ext cx="8785243" cy="5904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54827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05" y="404664"/>
            <a:ext cx="8875398" cy="619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02391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495" y="620688"/>
            <a:ext cx="8717353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47857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74" y="404664"/>
            <a:ext cx="8811709" cy="612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90168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862" y="476672"/>
            <a:ext cx="8615908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72825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59" y="404664"/>
            <a:ext cx="8823771" cy="619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23532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94" y="332656"/>
            <a:ext cx="8576392" cy="6264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88466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63" y="332656"/>
            <a:ext cx="8704649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71693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886" y="404664"/>
            <a:ext cx="8566226" cy="6048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7469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6" y="476672"/>
            <a:ext cx="9025874" cy="619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77707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752" y="620688"/>
            <a:ext cx="8613837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07935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03" y="548680"/>
            <a:ext cx="8887189" cy="5760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65737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20" y="476672"/>
            <a:ext cx="8531360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33405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9" y="476672"/>
            <a:ext cx="8393322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57803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211" y="476672"/>
            <a:ext cx="8340060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68475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152" y="332656"/>
            <a:ext cx="8748767" cy="6120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15723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338" y="692696"/>
            <a:ext cx="8559287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22800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291" y="476672"/>
            <a:ext cx="8409596" cy="5832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23670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850" y="476672"/>
            <a:ext cx="8668301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491486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67" y="620688"/>
            <a:ext cx="8723969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68947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819" y="548680"/>
            <a:ext cx="8671801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0431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78" y="404664"/>
            <a:ext cx="8834245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4310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579" y="476672"/>
            <a:ext cx="8642622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04894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4" y="476672"/>
            <a:ext cx="8661650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32401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17" y="548680"/>
            <a:ext cx="8778048" cy="5688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02371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321" y="620688"/>
            <a:ext cx="8657804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427621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463" y="548680"/>
            <a:ext cx="8607074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05122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06" y="404664"/>
            <a:ext cx="8871386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20352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956" y="476672"/>
            <a:ext cx="8571355" cy="597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18095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239" y="476672"/>
            <a:ext cx="8563413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291864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408" y="332656"/>
            <a:ext cx="8564426" cy="612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764917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017" y="476672"/>
            <a:ext cx="8494307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617087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20" y="620688"/>
            <a:ext cx="8711957" cy="5616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734850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301" y="548680"/>
            <a:ext cx="8698785" cy="5832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439755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985" y="548680"/>
            <a:ext cx="8626531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420201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22" y="548680"/>
            <a:ext cx="8658928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424139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660" y="620688"/>
            <a:ext cx="8642677" cy="5616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385636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54" y="332656"/>
            <a:ext cx="8523614" cy="612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042015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672"/>
            <a:ext cx="8909783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695387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456" y="548680"/>
            <a:ext cx="8629847" cy="5688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547366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145" y="476672"/>
            <a:ext cx="8463709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2810583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921" y="548680"/>
            <a:ext cx="8379608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2214543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1691680" y="2780928"/>
            <a:ext cx="56166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6000" dirty="0" smtClean="0"/>
              <a:t>BÖLÜM SONU </a:t>
            </a:r>
            <a:endParaRPr lang="tr-TR" sz="6000" dirty="0"/>
          </a:p>
        </p:txBody>
      </p:sp>
    </p:spTree>
    <p:extLst>
      <p:ext uri="{BB962C8B-B14F-4D97-AF65-F5344CB8AC3E}">
        <p14:creationId xmlns:p14="http://schemas.microsoft.com/office/powerpoint/2010/main" val="3492402524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2</Words>
  <Application>Microsoft Office PowerPoint</Application>
  <PresentationFormat>Ekran Gösterisi (4:3)</PresentationFormat>
  <Paragraphs>1</Paragraphs>
  <Slides>67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67</vt:i4>
      </vt:variant>
    </vt:vector>
  </HeadingPairs>
  <TitlesOfParts>
    <vt:vector size="68" baseType="lpstr">
      <vt:lpstr>Ofis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bilgisayarim</dc:creator>
  <cp:lastModifiedBy>bilgisayarim</cp:lastModifiedBy>
  <cp:revision>8</cp:revision>
  <dcterms:created xsi:type="dcterms:W3CDTF">2019-03-15T15:23:19Z</dcterms:created>
  <dcterms:modified xsi:type="dcterms:W3CDTF">2019-03-26T07:43:47Z</dcterms:modified>
</cp:coreProperties>
</file>