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435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046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240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19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672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0573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738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931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20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683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816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94713-0BB0-4F85-935B-42618A20E99D}" type="datetimeFigureOut">
              <a:rPr lang="tr-TR" smtClean="0"/>
              <a:t>14/10/2019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F6194-3BD6-4EEF-8244-49754BD1F1A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847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</a:t>
            </a:r>
            <a:r>
              <a:rPr lang="tr-TR" dirty="0" smtClean="0"/>
              <a:t>16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15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 smtClean="0"/>
              <a:t>Yedi Parçalı Göstergeler (7 </a:t>
            </a:r>
            <a:r>
              <a:rPr lang="tr-TR" sz="4400" b="1" dirty="0" err="1" smtClean="0"/>
              <a:t>Segment</a:t>
            </a:r>
            <a:r>
              <a:rPr lang="tr-TR" sz="4400" b="1" dirty="0" smtClean="0"/>
              <a:t> Displays)</a:t>
            </a:r>
            <a:endParaRPr lang="tr-TR" sz="4400" dirty="0" smtClean="0"/>
          </a:p>
        </p:txBody>
      </p:sp>
    </p:spTree>
    <p:extLst>
      <p:ext uri="{BB962C8B-B14F-4D97-AF65-F5344CB8AC3E}">
        <p14:creationId xmlns:p14="http://schemas.microsoft.com/office/powerpoint/2010/main" val="330145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755576" y="62068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TTL ve CMOS Elemanlarla Kullanılan Göstergeler</a:t>
            </a:r>
            <a:endParaRPr lang="tr-TR" sz="2400" dirty="0"/>
          </a:p>
        </p:txBody>
      </p:sp>
      <p:sp>
        <p:nvSpPr>
          <p:cNvPr id="3" name="Dikdörtgen 2"/>
          <p:cNvSpPr/>
          <p:nvPr/>
        </p:nvSpPr>
        <p:spPr>
          <a:xfrm>
            <a:off x="179512" y="1028343"/>
            <a:ext cx="89644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TTL ve CMOS elemanlar kullanılarak yapılan lojik ve aritmetik işlemlerden elde </a:t>
            </a:r>
            <a:r>
              <a:rPr lang="tr-TR" dirty="0" smtClean="0"/>
              <a:t>edilen bilgileri </a:t>
            </a:r>
            <a:r>
              <a:rPr lang="tr-TR" dirty="0" err="1"/>
              <a:t>goruntulemek</a:t>
            </a:r>
            <a:r>
              <a:rPr lang="tr-TR" dirty="0"/>
              <a:t> </a:t>
            </a:r>
            <a:r>
              <a:rPr lang="tr-TR" dirty="0" err="1"/>
              <a:t>icin</a:t>
            </a:r>
            <a:r>
              <a:rPr lang="tr-TR" dirty="0"/>
              <a:t> dijital </a:t>
            </a:r>
            <a:r>
              <a:rPr lang="tr-TR" dirty="0" err="1"/>
              <a:t>gostergelerden</a:t>
            </a:r>
            <a:r>
              <a:rPr lang="tr-TR" dirty="0"/>
              <a:t> faydalanılır. Lojik elemanların </a:t>
            </a:r>
            <a:r>
              <a:rPr lang="tr-TR" dirty="0" smtClean="0"/>
              <a:t>farklı </a:t>
            </a:r>
            <a:r>
              <a:rPr lang="tr-TR" dirty="0" err="1" smtClean="0"/>
              <a:t>ozelliklerde</a:t>
            </a:r>
            <a:r>
              <a:rPr lang="tr-TR" dirty="0" smtClean="0"/>
              <a:t> </a:t>
            </a:r>
            <a:r>
              <a:rPr lang="tr-TR" dirty="0"/>
              <a:t>olması ve farklı yapıdaki yerlerde kullanılması, farklı </a:t>
            </a:r>
            <a:r>
              <a:rPr lang="tr-TR" dirty="0" smtClean="0"/>
              <a:t>karakteristiklere sahip </a:t>
            </a:r>
            <a:r>
              <a:rPr lang="tr-TR" dirty="0" err="1" smtClean="0"/>
              <a:t>gosterge</a:t>
            </a:r>
            <a:r>
              <a:rPr lang="tr-TR" dirty="0" smtClean="0"/>
              <a:t> ihtiyacını </a:t>
            </a:r>
            <a:r>
              <a:rPr lang="tr-TR" dirty="0"/>
              <a:t>ortaya </a:t>
            </a:r>
            <a:r>
              <a:rPr lang="tr-TR" dirty="0" err="1"/>
              <a:t>cıkarmıştır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 </a:t>
            </a:r>
            <a:r>
              <a:rPr lang="tr-TR" dirty="0" err="1" smtClean="0"/>
              <a:t>Ozellikle</a:t>
            </a:r>
            <a:r>
              <a:rPr lang="tr-TR" dirty="0" smtClean="0"/>
              <a:t> </a:t>
            </a:r>
            <a:r>
              <a:rPr lang="tr-TR" dirty="0"/>
              <a:t>onlu </a:t>
            </a:r>
            <a:r>
              <a:rPr lang="tr-TR" dirty="0" smtClean="0"/>
              <a:t>sayıları </a:t>
            </a:r>
            <a:r>
              <a:rPr lang="tr-TR" dirty="0" err="1" smtClean="0"/>
              <a:t>goruntulemek</a:t>
            </a:r>
            <a:r>
              <a:rPr lang="tr-TR" dirty="0" smtClean="0"/>
              <a:t>  amacıyla yedi </a:t>
            </a:r>
            <a:r>
              <a:rPr lang="nn-NO" dirty="0" smtClean="0"/>
              <a:t>parcalı </a:t>
            </a:r>
            <a:r>
              <a:rPr lang="nn-NO" dirty="0"/>
              <a:t>gosterge olarak isimlendirilen elemanlardan faydalanılır. Yedi parcalı </a:t>
            </a:r>
            <a:r>
              <a:rPr lang="nn-NO" dirty="0" smtClean="0"/>
              <a:t>gostergeler</a:t>
            </a:r>
            <a:r>
              <a:rPr lang="tr-TR" dirty="0" smtClean="0"/>
              <a:t> farklı </a:t>
            </a:r>
            <a:r>
              <a:rPr lang="tr-TR" dirty="0"/>
              <a:t>yapım şekillerine sahiptir. Yedi </a:t>
            </a:r>
            <a:r>
              <a:rPr lang="tr-TR" dirty="0" err="1"/>
              <a:t>parcalı</a:t>
            </a:r>
            <a:r>
              <a:rPr lang="tr-TR" dirty="0"/>
              <a:t> </a:t>
            </a:r>
            <a:r>
              <a:rPr lang="tr-TR" dirty="0" err="1"/>
              <a:t>gostergeleri</a:t>
            </a:r>
            <a:r>
              <a:rPr lang="tr-TR" dirty="0"/>
              <a:t> farklı yapı şekilleri ile birlikte</a:t>
            </a:r>
          </a:p>
          <a:p>
            <a:r>
              <a:rPr lang="tr-TR" dirty="0" smtClean="0"/>
              <a:t>inceleyelim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6914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971600" y="260648"/>
            <a:ext cx="4465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smtClean="0"/>
              <a:t>Yedi Parçalı Göstergeler (7 </a:t>
            </a:r>
            <a:r>
              <a:rPr lang="tr-TR" b="1" dirty="0" err="1" smtClean="0"/>
              <a:t>Segment</a:t>
            </a:r>
            <a:r>
              <a:rPr lang="tr-TR" b="1" dirty="0" smtClean="0"/>
              <a:t> Displays)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467544" y="612845"/>
            <a:ext cx="84969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Sayısal </a:t>
            </a:r>
            <a:r>
              <a:rPr lang="tr-TR" dirty="0" err="1"/>
              <a:t>gostergelerin</a:t>
            </a:r>
            <a:r>
              <a:rPr lang="tr-TR" dirty="0"/>
              <a:t> bir </a:t>
            </a:r>
            <a:r>
              <a:rPr lang="tr-TR" dirty="0" err="1"/>
              <a:t>coğu</a:t>
            </a:r>
            <a:r>
              <a:rPr lang="tr-TR" dirty="0"/>
              <a:t>, 0-9 arasındaki rakamları ve bazen onaltılık sistemdeki A-F</a:t>
            </a:r>
          </a:p>
          <a:p>
            <a:r>
              <a:rPr lang="tr-TR" dirty="0"/>
              <a:t>harflerini </a:t>
            </a:r>
            <a:r>
              <a:rPr lang="tr-TR" dirty="0" err="1"/>
              <a:t>gostermek</a:t>
            </a:r>
            <a:r>
              <a:rPr lang="tr-TR" dirty="0"/>
              <a:t> </a:t>
            </a:r>
            <a:r>
              <a:rPr lang="tr-TR" dirty="0" err="1"/>
              <a:t>icin</a:t>
            </a:r>
            <a:r>
              <a:rPr lang="tr-TR" dirty="0"/>
              <a:t> yedi </a:t>
            </a:r>
            <a:r>
              <a:rPr lang="tr-TR" dirty="0" err="1"/>
              <a:t>parcalı</a:t>
            </a:r>
            <a:r>
              <a:rPr lang="tr-TR" dirty="0"/>
              <a:t> </a:t>
            </a:r>
            <a:r>
              <a:rPr lang="tr-TR" dirty="0" err="1"/>
              <a:t>gosterge</a:t>
            </a:r>
            <a:r>
              <a:rPr lang="tr-TR" dirty="0"/>
              <a:t> elemanlarını kullanırlar. Yedi </a:t>
            </a:r>
            <a:r>
              <a:rPr lang="tr-TR" dirty="0" err="1"/>
              <a:t>parcalı</a:t>
            </a:r>
            <a:endParaRPr lang="tr-TR" dirty="0"/>
          </a:p>
          <a:p>
            <a:r>
              <a:rPr lang="tr-TR" dirty="0" err="1"/>
              <a:t>gostergeler</a:t>
            </a:r>
            <a:r>
              <a:rPr lang="tr-TR" dirty="0"/>
              <a:t>, </a:t>
            </a:r>
            <a:r>
              <a:rPr lang="tr-TR" dirty="0" err="1"/>
              <a:t>parcalardan</a:t>
            </a:r>
            <a:r>
              <a:rPr lang="tr-TR" dirty="0"/>
              <a:t> her birisi </a:t>
            </a:r>
            <a:r>
              <a:rPr lang="tr-TR" dirty="0" err="1"/>
              <a:t>icinden</a:t>
            </a:r>
            <a:r>
              <a:rPr lang="tr-TR" dirty="0"/>
              <a:t> akım </a:t>
            </a:r>
            <a:r>
              <a:rPr lang="tr-TR" dirty="0" err="1"/>
              <a:t>gectiği</a:t>
            </a:r>
            <a:r>
              <a:rPr lang="tr-TR" dirty="0"/>
              <a:t> zaman ışık yayacak şekilde </a:t>
            </a:r>
            <a:r>
              <a:rPr lang="tr-TR" dirty="0" err="1"/>
              <a:t>ozelliğe</a:t>
            </a:r>
            <a:endParaRPr lang="tr-TR" dirty="0"/>
          </a:p>
          <a:p>
            <a:r>
              <a:rPr lang="tr-TR" dirty="0"/>
              <a:t>sahip malzemelerden yapılırlar. </a:t>
            </a:r>
            <a:r>
              <a:rPr lang="tr-TR" dirty="0" err="1"/>
              <a:t>İcinden</a:t>
            </a:r>
            <a:r>
              <a:rPr lang="tr-TR" dirty="0"/>
              <a:t> akım gecen </a:t>
            </a:r>
            <a:r>
              <a:rPr lang="tr-TR" dirty="0" err="1"/>
              <a:t>parcalar</a:t>
            </a:r>
            <a:r>
              <a:rPr lang="tr-TR" dirty="0"/>
              <a:t> ışık yayar ve oluşturulmak</a:t>
            </a:r>
          </a:p>
          <a:p>
            <a:r>
              <a:rPr lang="tr-TR" dirty="0"/>
              <a:t>istenen şekil ortaya </a:t>
            </a:r>
            <a:r>
              <a:rPr lang="tr-TR" dirty="0" err="1"/>
              <a:t>cıkar</a:t>
            </a:r>
            <a:r>
              <a:rPr lang="tr-TR" dirty="0"/>
              <a:t>. </a:t>
            </a:r>
            <a:r>
              <a:rPr lang="tr-TR" dirty="0" err="1"/>
              <a:t>Parcalar</a:t>
            </a:r>
            <a:r>
              <a:rPr lang="tr-TR" dirty="0"/>
              <a:t> </a:t>
            </a:r>
            <a:r>
              <a:rPr lang="tr-TR" dirty="0" err="1"/>
              <a:t>icin</a:t>
            </a:r>
            <a:r>
              <a:rPr lang="tr-TR" dirty="0"/>
              <a:t> gerekli sinyaller, uygun kod </a:t>
            </a:r>
            <a:r>
              <a:rPr lang="tr-TR" dirty="0" err="1"/>
              <a:t>cozucu</a:t>
            </a:r>
            <a:r>
              <a:rPr lang="tr-TR" dirty="0"/>
              <a:t> / </a:t>
            </a:r>
            <a:r>
              <a:rPr lang="tr-TR" dirty="0" err="1"/>
              <a:t>suruculer</a:t>
            </a:r>
            <a:endParaRPr lang="tr-TR" dirty="0"/>
          </a:p>
          <a:p>
            <a:r>
              <a:rPr lang="tr-TR" dirty="0" err="1"/>
              <a:t>uzerinden</a:t>
            </a:r>
            <a:r>
              <a:rPr lang="tr-TR" dirty="0"/>
              <a:t> elde edilir. </a:t>
            </a:r>
            <a:r>
              <a:rPr lang="tr-TR" dirty="0" err="1"/>
              <a:t>Orneğin</a:t>
            </a:r>
            <a:r>
              <a:rPr lang="tr-TR" dirty="0"/>
              <a:t>; </a:t>
            </a:r>
            <a:r>
              <a:rPr lang="tr-TR" dirty="0" err="1"/>
              <a:t>BCD’den</a:t>
            </a:r>
            <a:r>
              <a:rPr lang="tr-TR" dirty="0"/>
              <a:t> yedi </a:t>
            </a:r>
            <a:r>
              <a:rPr lang="tr-TR" dirty="0" err="1"/>
              <a:t>parcalı</a:t>
            </a:r>
            <a:r>
              <a:rPr lang="tr-TR" dirty="0"/>
              <a:t> sisteme </a:t>
            </a:r>
            <a:r>
              <a:rPr lang="tr-TR" dirty="0" err="1"/>
              <a:t>donuşturme</a:t>
            </a:r>
            <a:r>
              <a:rPr lang="tr-TR" dirty="0"/>
              <a:t> işi, 7446 veya</a:t>
            </a:r>
          </a:p>
          <a:p>
            <a:r>
              <a:rPr lang="tr-TR" dirty="0"/>
              <a:t>7447 entegreleriyle </a:t>
            </a:r>
            <a:r>
              <a:rPr lang="tr-TR" dirty="0" err="1"/>
              <a:t>gercekleştirilebilir</a:t>
            </a:r>
            <a:r>
              <a:rPr lang="tr-TR" dirty="0"/>
              <a:t> (Şekil 7.21</a:t>
            </a:r>
            <a:r>
              <a:rPr lang="tr-TR" dirty="0" smtClean="0"/>
              <a:t>).</a:t>
            </a:r>
          </a:p>
          <a:p>
            <a:endParaRPr lang="tr-TR" dirty="0"/>
          </a:p>
          <a:p>
            <a:r>
              <a:rPr lang="tr-TR" dirty="0"/>
              <a:t>Yedi </a:t>
            </a:r>
            <a:r>
              <a:rPr lang="tr-TR" dirty="0" err="1"/>
              <a:t>parcalı</a:t>
            </a:r>
            <a:r>
              <a:rPr lang="tr-TR" dirty="0"/>
              <a:t> </a:t>
            </a:r>
            <a:r>
              <a:rPr lang="tr-TR" dirty="0" err="1"/>
              <a:t>gostergeleri</a:t>
            </a:r>
            <a:r>
              <a:rPr lang="tr-TR" dirty="0"/>
              <a:t> oluşturmak </a:t>
            </a:r>
            <a:r>
              <a:rPr lang="tr-TR" dirty="0" err="1"/>
              <a:t>icin</a:t>
            </a:r>
            <a:r>
              <a:rPr lang="tr-TR" dirty="0"/>
              <a:t> kullanılan malzemeler; LED’ler (</a:t>
            </a:r>
            <a:r>
              <a:rPr lang="tr-TR" dirty="0" err="1"/>
              <a:t>Light</a:t>
            </a:r>
            <a:r>
              <a:rPr lang="tr-TR" dirty="0"/>
              <a:t> </a:t>
            </a:r>
            <a:r>
              <a:rPr lang="tr-TR" dirty="0" err="1"/>
              <a:t>Emitting</a:t>
            </a:r>
            <a:endParaRPr lang="tr-TR" dirty="0"/>
          </a:p>
          <a:p>
            <a:r>
              <a:rPr lang="tr-TR" dirty="0" err="1"/>
              <a:t>Diodes</a:t>
            </a:r>
            <a:r>
              <a:rPr lang="tr-TR" dirty="0"/>
              <a:t>) ve parıldayan flamanlardır (</a:t>
            </a:r>
            <a:r>
              <a:rPr lang="tr-TR" dirty="0" err="1"/>
              <a:t>Incondescent</a:t>
            </a:r>
            <a:r>
              <a:rPr lang="tr-TR" dirty="0"/>
              <a:t> </a:t>
            </a:r>
            <a:r>
              <a:rPr lang="tr-TR" dirty="0" err="1"/>
              <a:t>flamentler</a:t>
            </a:r>
            <a:r>
              <a:rPr lang="tr-TR" dirty="0"/>
              <a:t>). Aynı </a:t>
            </a:r>
            <a:r>
              <a:rPr lang="tr-TR" dirty="0" err="1"/>
              <a:t>calışma</a:t>
            </a:r>
            <a:r>
              <a:rPr lang="tr-TR" dirty="0"/>
              <a:t> prensibine </a:t>
            </a:r>
            <a:r>
              <a:rPr lang="tr-TR" dirty="0" smtClean="0"/>
              <a:t>sahip bu </a:t>
            </a:r>
            <a:r>
              <a:rPr lang="tr-TR" dirty="0"/>
              <a:t>elemanların farkı; şekilleri oluşturmak amacıyla kullanılan </a:t>
            </a:r>
            <a:r>
              <a:rPr lang="tr-TR" dirty="0" err="1"/>
              <a:t>parcaların</a:t>
            </a:r>
            <a:r>
              <a:rPr lang="tr-TR" dirty="0"/>
              <a:t> farklı</a:t>
            </a:r>
          </a:p>
          <a:p>
            <a:r>
              <a:rPr lang="tr-TR" dirty="0"/>
              <a:t>malzemelerden yapılmasıdır.</a:t>
            </a:r>
          </a:p>
        </p:txBody>
      </p:sp>
    </p:spTree>
    <p:extLst>
      <p:ext uri="{BB962C8B-B14F-4D97-AF65-F5344CB8AC3E}">
        <p14:creationId xmlns:p14="http://schemas.microsoft.com/office/powerpoint/2010/main" val="203285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33265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LED Kullanılarak Oluşturulan Yedi Parçalı Göstergeler</a:t>
            </a:r>
            <a:endParaRPr lang="tr-TR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4" y="794321"/>
            <a:ext cx="9048579" cy="5514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87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7"/>
            <a:ext cx="8904553" cy="5962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501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06" y="1484784"/>
            <a:ext cx="855738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22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37" y="620688"/>
            <a:ext cx="8620235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75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8352927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044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354088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227</Words>
  <Application>Microsoft Office PowerPoint</Application>
  <PresentationFormat>Ekran Gösterisi (4:3)</PresentationFormat>
  <Paragraphs>20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Ofis Teması</vt:lpstr>
      <vt:lpstr>Mantık Devreleri  DERS 16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4</cp:revision>
  <dcterms:created xsi:type="dcterms:W3CDTF">2019-10-14T11:47:02Z</dcterms:created>
  <dcterms:modified xsi:type="dcterms:W3CDTF">2019-10-14T12:01:46Z</dcterms:modified>
</cp:coreProperties>
</file>