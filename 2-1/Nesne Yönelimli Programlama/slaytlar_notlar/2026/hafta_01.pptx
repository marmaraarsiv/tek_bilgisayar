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14" r:id="rId1"/>
  </p:sldMasterIdLst>
  <p:notesMasterIdLst>
    <p:notesMasterId r:id="rId24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Büyük Küçük harf duyarlılığı vardır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Değişken String mesaj = «büşra»</a:t>
            </a:r>
            <a:endParaRPr/>
          </a:p>
        </p:txBody>
      </p:sp>
      <p:sp>
        <p:nvSpPr>
          <p:cNvPr id="138" name="Google Shape;13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lang="tr-TR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tr-TR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Deger</a:t>
            </a:r>
            <a:r>
              <a:rPr lang="tr-TR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günler yazılabilir.</a:t>
            </a:r>
            <a:endParaRPr dirty="0"/>
          </a:p>
        </p:txBody>
      </p:sp>
      <p:sp>
        <p:nvSpPr>
          <p:cNvPr id="180" name="Google Shape;1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dirty="0"/>
              <a:t>Örnek olarak döngüden çıkmak için 0 giriniz yazılabilir. </a:t>
            </a:r>
            <a:r>
              <a:rPr lang="tr-TR" b="1" dirty="0" err="1"/>
              <a:t>while</a:t>
            </a:r>
            <a:r>
              <a:rPr lang="tr-TR" b="1" dirty="0"/>
              <a:t> Döngüsü:</a:t>
            </a:r>
            <a:r>
              <a:rPr lang="tr-TR" dirty="0"/>
              <a:t> Koşul baştan kontrol edilir. Eğer koşul başta </a:t>
            </a:r>
            <a:r>
              <a:rPr lang="tr-TR" dirty="0" err="1"/>
              <a:t>false</a:t>
            </a:r>
            <a:r>
              <a:rPr lang="tr-TR" dirty="0"/>
              <a:t> ise döngü hiç çalışmayabilir.</a:t>
            </a:r>
            <a:r>
              <a:rPr lang="tr-TR" b="1" dirty="0"/>
              <a:t>do-</a:t>
            </a:r>
            <a:r>
              <a:rPr lang="tr-TR" b="1" dirty="0" err="1"/>
              <a:t>while</a:t>
            </a:r>
            <a:r>
              <a:rPr lang="tr-TR" b="1" dirty="0"/>
              <a:t> Döngüsü:</a:t>
            </a:r>
            <a:r>
              <a:rPr lang="tr-TR" dirty="0"/>
              <a:t> Döngü bloğu en az bir kere çalıştırılır, ardından koşul kontrol edilir.</a:t>
            </a:r>
            <a:endParaRPr lang="tr-TR" sz="1200" dirty="0"/>
          </a:p>
        </p:txBody>
      </p:sp>
      <p:sp>
        <p:nvSpPr>
          <p:cNvPr id="190" name="Google Shape;19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mtClean="0"/>
              <a:t>‹#›</a:t>
            </a:fld>
            <a:endParaRPr lang="tr-TR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2956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mtClean="0"/>
              <a:t>‹#›</a:t>
            </a:fld>
            <a:endParaRPr lang="tr-TR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983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mtClean="0"/>
              <a:t>‹#›</a:t>
            </a:fld>
            <a:endParaRPr lang="tr-TR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134311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mtClean="0"/>
              <a:t>‹#›</a:t>
            </a:fld>
            <a:endParaRPr lang="tr-TR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4043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mtClean="0"/>
              <a:t>‹#›</a:t>
            </a:fld>
            <a:endParaRPr lang="tr-TR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0702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mtClean="0"/>
              <a:t>‹#›</a:t>
            </a:fld>
            <a:endParaRPr lang="tr-TR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064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253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mtClean="0"/>
              <a:t>‹#›</a:t>
            </a:fld>
            <a:endParaRPr lang="tr-TR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9706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mtClean="0"/>
              <a:t>‹#›</a:t>
            </a:fld>
            <a:endParaRPr lang="tr-TR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21099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mtClean="0"/>
              <a:t>‹#›</a:t>
            </a:fld>
            <a:endParaRPr lang="tr-TR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455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mtClean="0"/>
              <a:t>‹#›</a:t>
            </a:fld>
            <a:endParaRPr lang="tr-TR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9299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5142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3DEE5547-107E-E482-7832-029F7170E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281"/>
            <a:ext cx="12192000" cy="6810339"/>
          </a:xfrm>
          <a:prstGeom prst="rect">
            <a:avLst/>
          </a:prstGeom>
        </p:spPr>
      </p:pic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484293" y="1513875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tr-TR" dirty="0">
                <a:solidFill>
                  <a:schemeClr val="bg1"/>
                </a:solidFill>
              </a:rPr>
              <a:t>2026-2027 Nesne Yönelimli Programlama Dersi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3344913" y="4358692"/>
            <a:ext cx="5502174" cy="490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tr-TR" dirty="0">
                <a:solidFill>
                  <a:schemeClr val="bg1"/>
                </a:solidFill>
              </a:rPr>
              <a:t>Arş. Gör. Damla MENGÜŞ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İlk Adımlar</a:t>
            </a:r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Değişken tanımlamaları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Ekrana çıktı gönderme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Kullanıcıdan veri alma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1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1952358" y="932424"/>
            <a:ext cx="8287284" cy="4993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2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1676800" y="988932"/>
            <a:ext cx="8838399" cy="4880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idx="1"/>
          </p:nvPr>
        </p:nvSpPr>
        <p:spPr>
          <a:xfrm>
            <a:off x="921328" y="12160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b="1" dirty="0" err="1"/>
              <a:t>nextInt</a:t>
            </a:r>
            <a:r>
              <a:rPr lang="tr-TR" b="1" dirty="0"/>
              <a:t>()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dirty="0"/>
              <a:t>Kullanıcıdan </a:t>
            </a:r>
            <a:r>
              <a:rPr lang="tr-TR" dirty="0" err="1"/>
              <a:t>integer</a:t>
            </a:r>
            <a:r>
              <a:rPr lang="tr-TR" dirty="0"/>
              <a:t> (tam sayı) değerini alır. (1,2,3,4,5...)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b="1" dirty="0" err="1"/>
              <a:t>nextDouble</a:t>
            </a:r>
            <a:r>
              <a:rPr lang="tr-TR" b="1" dirty="0"/>
              <a:t>()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dirty="0"/>
              <a:t>Kullanıcıdan </a:t>
            </a:r>
            <a:r>
              <a:rPr lang="tr-TR" dirty="0" err="1"/>
              <a:t>double</a:t>
            </a:r>
            <a:r>
              <a:rPr lang="tr-TR" dirty="0"/>
              <a:t> (ondalıklı sayılar dahil) değerleri alır. (3.14, 2.7, 1.05, 10.9, 9...)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b="1" dirty="0" err="1"/>
              <a:t>next</a:t>
            </a:r>
            <a:r>
              <a:rPr lang="tr-TR" b="1" dirty="0"/>
              <a:t>()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dirty="0"/>
              <a:t>Kullanıcıdan </a:t>
            </a:r>
            <a:r>
              <a:rPr lang="tr-TR" dirty="0" err="1"/>
              <a:t>string</a:t>
            </a:r>
            <a:r>
              <a:rPr lang="tr-TR" dirty="0"/>
              <a:t> (metin) değerini alır. (mert, topuz, com, java, dersleri...)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b="1" dirty="0" err="1"/>
              <a:t>nextLine</a:t>
            </a:r>
            <a:r>
              <a:rPr lang="tr-TR" b="1" dirty="0"/>
              <a:t>()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dirty="0"/>
              <a:t>Kullanıcıdan </a:t>
            </a:r>
            <a:r>
              <a:rPr lang="tr-TR" dirty="0" err="1"/>
              <a:t>string</a:t>
            </a:r>
            <a:r>
              <a:rPr lang="tr-TR" dirty="0"/>
              <a:t> (metin) değerini alır fakat o satırda ne var ne yoksa hepsini alır.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dirty="0"/>
              <a:t>Ayrıca </a:t>
            </a:r>
            <a:r>
              <a:rPr lang="tr-TR" i="1" dirty="0" err="1"/>
              <a:t>nextLong</a:t>
            </a:r>
            <a:r>
              <a:rPr lang="tr-TR" i="1" dirty="0"/>
              <a:t>()</a:t>
            </a:r>
            <a:r>
              <a:rPr lang="tr-TR" dirty="0"/>
              <a:t>, </a:t>
            </a:r>
            <a:r>
              <a:rPr lang="tr-TR" i="1" dirty="0" err="1"/>
              <a:t>nextShort</a:t>
            </a:r>
            <a:r>
              <a:rPr lang="tr-TR" i="1" dirty="0"/>
              <a:t>()</a:t>
            </a:r>
            <a:r>
              <a:rPr lang="tr-TR" dirty="0"/>
              <a:t>, </a:t>
            </a:r>
            <a:r>
              <a:rPr lang="tr-TR" i="1" dirty="0" err="1"/>
              <a:t>nextFloat</a:t>
            </a:r>
            <a:r>
              <a:rPr lang="tr-TR" i="1" dirty="0"/>
              <a:t>()</a:t>
            </a:r>
            <a:r>
              <a:rPr lang="tr-TR" dirty="0"/>
              <a:t>, </a:t>
            </a:r>
            <a:r>
              <a:rPr lang="tr-TR" i="1" dirty="0" err="1"/>
              <a:t>hasNext</a:t>
            </a:r>
            <a:r>
              <a:rPr lang="tr-TR" i="1" dirty="0"/>
              <a:t>()</a:t>
            </a:r>
            <a:r>
              <a:rPr lang="tr-TR" dirty="0"/>
              <a:t> değerleri de kullanılır.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b="1" dirty="0"/>
              <a:t>DİKKAT:</a:t>
            </a:r>
            <a:r>
              <a:rPr lang="tr-TR" dirty="0"/>
              <a:t> Örneğin </a:t>
            </a:r>
            <a:r>
              <a:rPr lang="tr-TR" dirty="0" err="1"/>
              <a:t>next</a:t>
            </a:r>
            <a:r>
              <a:rPr lang="tr-TR" dirty="0"/>
              <a:t>() kullanılacak ise kodda </a:t>
            </a:r>
            <a:r>
              <a:rPr lang="tr-TR" dirty="0" err="1"/>
              <a:t>int</a:t>
            </a:r>
            <a:r>
              <a:rPr lang="tr-TR" dirty="0"/>
              <a:t> </a:t>
            </a:r>
            <a:r>
              <a:rPr lang="tr-TR" dirty="0" err="1"/>
              <a:t>sonuc</a:t>
            </a:r>
            <a:r>
              <a:rPr lang="tr-TR" dirty="0"/>
              <a:t> olan kısmın </a:t>
            </a:r>
            <a:r>
              <a:rPr lang="tr-TR" dirty="0" err="1"/>
              <a:t>String</a:t>
            </a:r>
            <a:r>
              <a:rPr lang="tr-TR" dirty="0"/>
              <a:t> </a:t>
            </a:r>
            <a:r>
              <a:rPr lang="tr-TR" dirty="0" err="1"/>
              <a:t>sonuc</a:t>
            </a:r>
            <a:r>
              <a:rPr lang="tr-TR" dirty="0"/>
              <a:t> olacağını unutmayın!</a:t>
            </a: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İlk Uygulamalar</a:t>
            </a:r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/>
              <a:t>1- Dairenin alanını hesaplayan programı kodlayınız.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/>
              <a:t>2- Girilen sayının son rakamını ekrana basan programı kodlayınız.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/>
              <a:t>3- Verilen sayıyı ters çeviren programı yazınız.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/>
              <a:t>4- Kullanıcıdan alınan 5 adet sayının ortalamasını alan programı kodlayınız.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5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1870732" y="947835"/>
            <a:ext cx="8450535" cy="4962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953" y="347166"/>
            <a:ext cx="11106094" cy="6163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384" y="295562"/>
            <a:ext cx="11092215" cy="6234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64" y="123415"/>
            <a:ext cx="12007368" cy="4662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3802" y="3620057"/>
            <a:ext cx="4115157" cy="3109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/>
          <p:nvPr/>
        </p:nvSpPr>
        <p:spPr>
          <a:xfrm>
            <a:off x="738909" y="3636007"/>
            <a:ext cx="6966293" cy="169609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939127" y="1870643"/>
            <a:ext cx="4973461" cy="169609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dirty="0"/>
              <a:t>Karar Yapıları</a:t>
            </a:r>
            <a:endParaRPr dirty="0"/>
          </a:p>
        </p:txBody>
      </p:sp>
      <p:sp>
        <p:nvSpPr>
          <p:cNvPr id="185" name="Google Shape;185;p2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tr-TR" dirty="0" err="1"/>
              <a:t>if</a:t>
            </a:r>
            <a:r>
              <a:rPr lang="tr-TR" dirty="0"/>
              <a:t> (</a:t>
            </a:r>
            <a:r>
              <a:rPr lang="tr-TR" dirty="0" err="1"/>
              <a:t>boolean</a:t>
            </a:r>
            <a:r>
              <a:rPr lang="tr-TR" dirty="0"/>
              <a:t>) //</a:t>
            </a:r>
            <a:r>
              <a:rPr lang="tr-TR" dirty="0" err="1"/>
              <a:t>true</a:t>
            </a:r>
            <a:r>
              <a:rPr lang="tr-TR" dirty="0"/>
              <a:t> veya </a:t>
            </a:r>
            <a:r>
              <a:rPr lang="tr-TR" dirty="0" err="1"/>
              <a:t>false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tr-TR" dirty="0"/>
              <a:t>	</a:t>
            </a:r>
            <a:r>
              <a:rPr lang="tr-TR" dirty="0" err="1"/>
              <a:t>true</a:t>
            </a:r>
            <a:r>
              <a:rPr lang="tr-TR" dirty="0"/>
              <a:t> ise yapılacak işlemler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tr-TR" dirty="0"/>
              <a:t>else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tr-TR" dirty="0"/>
              <a:t>	</a:t>
            </a:r>
            <a:r>
              <a:rPr lang="tr-TR" dirty="0" err="1"/>
              <a:t>false</a:t>
            </a:r>
            <a:r>
              <a:rPr lang="tr-TR" dirty="0"/>
              <a:t> ise yapılacak işlemler</a:t>
            </a: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tr-TR" sz="2200" i="1" dirty="0" err="1"/>
              <a:t>if</a:t>
            </a:r>
            <a:r>
              <a:rPr lang="tr-TR" sz="2200" i="1" dirty="0"/>
              <a:t>(x&gt;1 </a:t>
            </a:r>
            <a:r>
              <a:rPr lang="tr-TR" sz="2200" i="1" dirty="0">
                <a:solidFill>
                  <a:srgbClr val="FF0000"/>
                </a:solidFill>
              </a:rPr>
              <a:t>&amp;&amp;</a:t>
            </a:r>
            <a:r>
              <a:rPr lang="tr-TR" sz="2200" i="1" dirty="0"/>
              <a:t> x&lt;5){ </a:t>
            </a:r>
            <a:br>
              <a:rPr lang="tr-TR" sz="2200" i="1" dirty="0"/>
            </a:br>
            <a:r>
              <a:rPr lang="tr-TR" sz="2200" i="1" dirty="0"/>
              <a:t>//x 1 den büyük VE 5 ten küçükse (2,3,4) bu koşulları sağlar</a:t>
            </a:r>
            <a:endParaRPr sz="2200" i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tr-TR" sz="2200" i="1" dirty="0"/>
              <a:t>}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tr-TR" sz="2200" i="1" dirty="0"/>
              <a:t>else{ //diğer durumlar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tr-TR" sz="2200" i="1" dirty="0"/>
              <a:t> 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tr-TR" sz="2200" i="1" dirty="0"/>
              <a:t>}</a:t>
            </a:r>
            <a:endParaRPr dirty="0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186" name="Google Shape;186;p29"/>
          <p:cNvSpPr/>
          <p:nvPr/>
        </p:nvSpPr>
        <p:spPr>
          <a:xfrm>
            <a:off x="7914887" y="980070"/>
            <a:ext cx="3151909" cy="448627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8096563" y="1253331"/>
            <a:ext cx="26900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tr-TR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lang="tr-T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tr-TR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Deger</a:t>
            </a:r>
            <a:r>
              <a:rPr lang="tr-T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{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tr-T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        </a:t>
            </a:r>
            <a:r>
              <a:rPr lang="tr-TR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</a:t>
            </a:r>
            <a:r>
              <a:rPr lang="tr-T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1: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tr-T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          ….;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tr-T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          break;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tr-T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      </a:t>
            </a:r>
            <a:r>
              <a:rPr lang="tr-TR" sz="2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</a:t>
            </a:r>
            <a:r>
              <a:rPr lang="tr-T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n: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tr-T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        ….;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tr-T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         break;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tr-TR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}</a:t>
            </a:r>
            <a:endParaRPr dirty="0"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/>
          <p:nvPr/>
        </p:nvSpPr>
        <p:spPr>
          <a:xfrm>
            <a:off x="1283855" y="1440873"/>
            <a:ext cx="2346036" cy="292792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0"/>
          <p:cNvSpPr txBox="1">
            <a:spLocks noGrp="1"/>
          </p:cNvSpPr>
          <p:nvPr>
            <p:ph type="title"/>
          </p:nvPr>
        </p:nvSpPr>
        <p:spPr>
          <a:xfrm>
            <a:off x="1130271" y="953325"/>
            <a:ext cx="3842422" cy="435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dirty="0"/>
              <a:t>Döngü Yapıları</a:t>
            </a:r>
            <a:endParaRPr dirty="0"/>
          </a:p>
        </p:txBody>
      </p:sp>
      <p:sp>
        <p:nvSpPr>
          <p:cNvPr id="194" name="Google Shape;194;p30"/>
          <p:cNvSpPr txBox="1">
            <a:spLocks noGrp="1"/>
          </p:cNvSpPr>
          <p:nvPr>
            <p:ph idx="1"/>
          </p:nvPr>
        </p:nvSpPr>
        <p:spPr>
          <a:xfrm>
            <a:off x="1535783" y="1758156"/>
            <a:ext cx="1286164" cy="2811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tr-TR" sz="1800" dirty="0" err="1"/>
              <a:t>while</a:t>
            </a:r>
            <a:r>
              <a:rPr lang="tr-TR" sz="1800" dirty="0"/>
              <a:t> () {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tr-TR" sz="1800" dirty="0"/>
              <a:t>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tr-TR" sz="1800" dirty="0"/>
              <a:t>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tr-TR" sz="1800" dirty="0"/>
              <a:t>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tr-TR" sz="1800" dirty="0"/>
              <a:t>}</a:t>
            </a:r>
            <a:endParaRPr dirty="0"/>
          </a:p>
        </p:txBody>
      </p:sp>
      <p:sp>
        <p:nvSpPr>
          <p:cNvPr id="195" name="Google Shape;195;p30"/>
          <p:cNvSpPr/>
          <p:nvPr/>
        </p:nvSpPr>
        <p:spPr>
          <a:xfrm>
            <a:off x="5842000" y="1362581"/>
            <a:ext cx="2346036" cy="292792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0"/>
          <p:cNvSpPr/>
          <p:nvPr/>
        </p:nvSpPr>
        <p:spPr>
          <a:xfrm>
            <a:off x="1364554" y="4599556"/>
            <a:ext cx="6717264" cy="166254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6096000" y="1758156"/>
            <a:ext cx="7573819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        …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    } while(…);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1777084" y="4969164"/>
            <a:ext cx="640079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(donguBaslangicDegeri; donguKosulu; donguDegerDegisimi){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>
            <a:spLocks noGrp="1"/>
          </p:cNvSpPr>
          <p:nvPr>
            <p:ph type="title"/>
          </p:nvPr>
        </p:nvSpPr>
        <p:spPr>
          <a:xfrm>
            <a:off x="653473" y="140278"/>
            <a:ext cx="890616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dirty="0"/>
              <a:t>Soru: Sayı Tahmin Oyunu</a:t>
            </a:r>
            <a:br>
              <a:rPr lang="tr-TR" dirty="0"/>
            </a:br>
            <a:endParaRPr dirty="0"/>
          </a:p>
        </p:txBody>
      </p:sp>
      <p:pic>
        <p:nvPicPr>
          <p:cNvPr id="204" name="Google Shape;204;p31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92018" y="1419225"/>
            <a:ext cx="5751491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1"/>
          <p:cNvSpPr txBox="1"/>
          <p:nvPr/>
        </p:nvSpPr>
        <p:spPr>
          <a:xfrm>
            <a:off x="6770255" y="1773382"/>
            <a:ext cx="278938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 programda bilgisayarın sayı üretmesi için Random sınıfı kullanılacaktır.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7164" y="257042"/>
            <a:ext cx="11591637" cy="6259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>
            <a:spLocks noGrp="1"/>
          </p:cNvSpPr>
          <p:nvPr>
            <p:ph type="title"/>
          </p:nvPr>
        </p:nvSpPr>
        <p:spPr>
          <a:xfrm>
            <a:off x="828964" y="260956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tr-TR"/>
              <a:t>Soru: Int tipindeki bir değişkene 1-12 arası değer atayarak, yılın aylarını ekranda yazdıran programı switch-case yapısını kullanarak yazınız.</a:t>
            </a:r>
            <a:br>
              <a:rPr lang="tr-TR"/>
            </a:b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4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1988745" y="123290"/>
            <a:ext cx="7946365" cy="6637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>
            <a:spLocks noGrp="1"/>
          </p:cNvSpPr>
          <p:nvPr>
            <p:ph type="title"/>
          </p:nvPr>
        </p:nvSpPr>
        <p:spPr>
          <a:xfrm>
            <a:off x="838200" y="94701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tr-TR"/>
            </a:br>
            <a:br>
              <a:rPr lang="tr-TR"/>
            </a:br>
            <a:br>
              <a:rPr lang="tr-TR"/>
            </a:br>
            <a:br>
              <a:rPr lang="tr-TR"/>
            </a:br>
            <a:br>
              <a:rPr lang="tr-TR"/>
            </a:br>
            <a:br>
              <a:rPr lang="tr-TR"/>
            </a:br>
            <a:r>
              <a:rPr lang="tr-TR"/>
              <a:t>Soru:  0'dan başlayarak 150'ye kadar olan sayıları dongü kullanıp 3'er 3'er arttırarak ekrana yazınız.</a:t>
            </a:r>
            <a:br>
              <a:rPr lang="tr-TR"/>
            </a:br>
            <a:r>
              <a:rPr lang="tr-TR"/>
              <a:t>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782" y="412895"/>
            <a:ext cx="11157526" cy="5976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>
            <a:spLocks noGrp="1"/>
          </p:cNvSpPr>
          <p:nvPr>
            <p:ph type="title"/>
          </p:nvPr>
        </p:nvSpPr>
        <p:spPr>
          <a:xfrm>
            <a:off x="995218" y="182447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tr-TR"/>
              <a:t>Soru: N faktöriyel değerini while döngüsü kullanarak hesaplayan programı yazınız</a:t>
            </a:r>
            <a:br>
              <a:rPr lang="tr-TR"/>
            </a:br>
            <a:r>
              <a:rPr lang="tr-TR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773" y="344489"/>
            <a:ext cx="11402953" cy="6167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Ödev_1</a:t>
            </a:r>
            <a:endParaRPr/>
          </a:p>
        </p:txBody>
      </p:sp>
      <p:sp>
        <p:nvSpPr>
          <p:cNvPr id="246" name="Google Shape;246;p3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1’den 50 kadar olan tek ve çift sayıların toplamını bulan programı kodlayınız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/>
              <a:t>1’den 50 kadar olan tek sayıların toplamı:…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/>
              <a:t>1’den 50 kadar olan çift sayıların toplamı:…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12345 sayısının içinde 7 rakamının olup olmadığını kontrol eden programı yazınız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Ödev_2</a:t>
            </a:r>
            <a:endParaRPr/>
          </a:p>
        </p:txBody>
      </p:sp>
      <p:sp>
        <p:nvSpPr>
          <p:cNvPr id="252" name="Google Shape;252;p4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Diziler, Çok Boyutlu Diziler / Matrisler, Sitringler ve Fonksiyonlar/Metodlar konularını geçen seneden hatırlamak adına tekrar edin. Önümüzdeki günlerde bu konular ile ilgili uygulamalar sizinle paylaşılacaktır. Uygulamaları çalıştırarak haftaya derse gelmeniz beklenmektedir.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eri">
  <a:themeElements>
    <a:clrScheme name="Galeri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eri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E6B7D4-8540-4887-97CD-35300274A801}">
  <we:reference id="wa200005566" version="3.0.0.2" store="tr-TR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532</TotalTime>
  <Words>495</Words>
  <Application>Microsoft Office PowerPoint</Application>
  <PresentationFormat>Geniş ekran</PresentationFormat>
  <Paragraphs>70</Paragraphs>
  <Slides>22</Slides>
  <Notes>22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22</vt:i4>
      </vt:variant>
    </vt:vector>
  </HeadingPairs>
  <TitlesOfParts>
    <vt:vector size="26" baseType="lpstr">
      <vt:lpstr>Arial</vt:lpstr>
      <vt:lpstr>Calibri</vt:lpstr>
      <vt:lpstr>Century Gothic</vt:lpstr>
      <vt:lpstr>Galeri</vt:lpstr>
      <vt:lpstr>2026-2027 Nesne Yönelimli Programlama Dersi</vt:lpstr>
      <vt:lpstr>İlk Adımlar</vt:lpstr>
      <vt:lpstr>PowerPoint Sunusu</vt:lpstr>
      <vt:lpstr>PowerPoint Sunusu</vt:lpstr>
      <vt:lpstr>PowerPoint Sunusu</vt:lpstr>
      <vt:lpstr>İlk Uygulamalar</vt:lpstr>
      <vt:lpstr>PowerPoint Sunusu</vt:lpstr>
      <vt:lpstr>PowerPoint Sunusu</vt:lpstr>
      <vt:lpstr>PowerPoint Sunusu</vt:lpstr>
      <vt:lpstr>PowerPoint Sunusu</vt:lpstr>
      <vt:lpstr>Karar Yapıları</vt:lpstr>
      <vt:lpstr>Döngü Yapıları</vt:lpstr>
      <vt:lpstr>Soru: Sayı Tahmin Oyunu </vt:lpstr>
      <vt:lpstr>PowerPoint Sunusu</vt:lpstr>
      <vt:lpstr>Soru: Int tipindeki bir değişkene 1-12 arası değer atayarak, yılın aylarını ekranda yazdıran programı switch-case yapısını kullanarak yazınız. </vt:lpstr>
      <vt:lpstr>PowerPoint Sunusu</vt:lpstr>
      <vt:lpstr>      Soru:  0'dan başlayarak 150'ye kadar olan sayıları dongü kullanıp 3'er 3'er arttırarak ekrana yazınız.  </vt:lpstr>
      <vt:lpstr>PowerPoint Sunusu</vt:lpstr>
      <vt:lpstr>Soru: N faktöriyel değerini while döngüsü kullanarak hesaplayan programı yazınız  </vt:lpstr>
      <vt:lpstr>PowerPoint Sunusu</vt:lpstr>
      <vt:lpstr>Ödev_1</vt:lpstr>
      <vt:lpstr>Ödev_2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2023-2024 Nesne Yönelimli Programlama Dersi Java Programlama Dili Laboratuvar Uygulamaları _ 1</dc:title>
  <dc:creator>LENOVO</dc:creator>
  <cp:lastModifiedBy>damla mengüş</cp:lastModifiedBy>
  <cp:revision>14</cp:revision>
  <dcterms:modified xsi:type="dcterms:W3CDTF">2026-10-06T18:33:03Z</dcterms:modified>
</cp:coreProperties>
</file>